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65" r:id="rId3"/>
    <p:sldId id="264" r:id="rId4"/>
    <p:sldId id="259" r:id="rId5"/>
    <p:sldId id="262" r:id="rId6"/>
    <p:sldId id="263" r:id="rId7"/>
  </p:sldIdLst>
  <p:sldSz cx="18288000" cy="10287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Garamond" panose="02020404030301010803" pitchFamily="18" charset="0"/>
      <p:regular r:id="rId13"/>
      <p:bold r:id="rId14"/>
      <p: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9E7C9"/>
    <a:srgbClr val="8B500F"/>
    <a:srgbClr val="DCFCE7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71B1B-AA92-4D57-BB68-BF58110BDB68}" v="25" dt="2026-09-22T10:11:18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95196" autoAdjust="0"/>
  </p:normalViewPr>
  <p:slideViewPr>
    <p:cSldViewPr>
      <p:cViewPr varScale="1">
        <p:scale>
          <a:sx n="54" d="100"/>
          <a:sy n="54" d="100"/>
        </p:scale>
        <p:origin x="1229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7"/>
    </p:cViewPr>
  </p:sorterViewPr>
  <p:notesViewPr>
    <p:cSldViewPr>
      <p:cViewPr varScale="1">
        <p:scale>
          <a:sx n="65" d="100"/>
          <a:sy n="65" d="100"/>
        </p:scale>
        <p:origin x="3154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Mishra" userId="4a9b257caf916968" providerId="LiveId" clId="{7BC1E052-D9E7-4045-AF0A-0D6DAF01CFC4}"/>
    <pc:docChg chg="undo custSel modSld">
      <pc:chgData name="Ayush Mishra" userId="4a9b257caf916968" providerId="LiveId" clId="{7BC1E052-D9E7-4045-AF0A-0D6DAF01CFC4}" dt="2026-09-22T10:17:52.910" v="445" actId="1038"/>
      <pc:docMkLst>
        <pc:docMk/>
      </pc:docMkLst>
      <pc:sldChg chg="addSp delSp modSp mod">
        <pc:chgData name="Ayush Mishra" userId="4a9b257caf916968" providerId="LiveId" clId="{7BC1E052-D9E7-4045-AF0A-0D6DAF01CFC4}" dt="2026-09-22T09:47:48.724" v="136" actId="1036"/>
        <pc:sldMkLst>
          <pc:docMk/>
          <pc:sldMk cId="0" sldId="256"/>
        </pc:sldMkLst>
        <pc:spChg chg="mod">
          <ac:chgData name="Ayush Mishra" userId="4a9b257caf916968" providerId="LiveId" clId="{7BC1E052-D9E7-4045-AF0A-0D6DAF01CFC4}" dt="2026-09-22T09:45:53.700" v="128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yush Mishra" userId="4a9b257caf916968" providerId="LiveId" clId="{7BC1E052-D9E7-4045-AF0A-0D6DAF01CFC4}" dt="2026-09-22T09:47:09.187" v="13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yush Mishra" userId="4a9b257caf916968" providerId="LiveId" clId="{7BC1E052-D9E7-4045-AF0A-0D6DAF01CFC4}" dt="2026-09-22T09:46:19.320" v="132"/>
          <ac:spMkLst>
            <pc:docMk/>
            <pc:sldMk cId="0" sldId="256"/>
            <ac:spMk id="10" creationId="{40C7651A-03EA-D76A-428B-4A183A00648D}"/>
          </ac:spMkLst>
        </pc:spChg>
        <pc:grpChg chg="add mod">
          <ac:chgData name="Ayush Mishra" userId="4a9b257caf916968" providerId="LiveId" clId="{7BC1E052-D9E7-4045-AF0A-0D6DAF01CFC4}" dt="2026-09-22T09:47:48.724" v="136" actId="1036"/>
          <ac:grpSpMkLst>
            <pc:docMk/>
            <pc:sldMk cId="0" sldId="256"/>
            <ac:grpSpMk id="9" creationId="{1C96A06C-915F-04C7-3D16-8ECB3BC9ED81}"/>
          </ac:grpSpMkLst>
        </pc:grpChg>
        <pc:grpChg chg="del">
          <ac:chgData name="Ayush Mishra" userId="4a9b257caf916968" providerId="LiveId" clId="{7BC1E052-D9E7-4045-AF0A-0D6DAF01CFC4}" dt="2026-09-22T09:46:09.303" v="129" actId="478"/>
          <ac:grpSpMkLst>
            <pc:docMk/>
            <pc:sldMk cId="0" sldId="256"/>
            <ac:grpSpMk id="11" creationId="{DA4D5D06-8ECF-CF00-86E5-A3F118C34836}"/>
          </ac:grpSpMkLst>
        </pc:grpChg>
      </pc:sldChg>
      <pc:sldChg chg="addSp delSp modSp mod">
        <pc:chgData name="Ayush Mishra" userId="4a9b257caf916968" providerId="LiveId" clId="{7BC1E052-D9E7-4045-AF0A-0D6DAF01CFC4}" dt="2026-09-22T10:17:52.910" v="445" actId="1038"/>
        <pc:sldMkLst>
          <pc:docMk/>
          <pc:sldMk cId="2611225760" sldId="265"/>
        </pc:sldMkLst>
        <pc:spChg chg="add mod">
          <ac:chgData name="Ayush Mishra" userId="4a9b257caf916968" providerId="LiveId" clId="{7BC1E052-D9E7-4045-AF0A-0D6DAF01CFC4}" dt="2026-09-22T10:16:47.131" v="434" actId="1038"/>
          <ac:spMkLst>
            <pc:docMk/>
            <pc:sldMk cId="2611225760" sldId="265"/>
            <ac:spMk id="3" creationId="{A524CD69-0743-7D62-15D8-A168A9ED9F75}"/>
          </ac:spMkLst>
        </pc:spChg>
        <pc:spChg chg="mod">
          <ac:chgData name="Ayush Mishra" userId="4a9b257caf916968" providerId="LiveId" clId="{7BC1E052-D9E7-4045-AF0A-0D6DAF01CFC4}" dt="2026-09-22T10:17:34.190" v="439" actId="1076"/>
          <ac:spMkLst>
            <pc:docMk/>
            <pc:sldMk cId="2611225760" sldId="265"/>
            <ac:spMk id="5" creationId="{A985407F-986E-C0EA-7C1C-03EE5086791E}"/>
          </ac:spMkLst>
        </pc:spChg>
        <pc:spChg chg="mod">
          <ac:chgData name="Ayush Mishra" userId="4a9b257caf916968" providerId="LiveId" clId="{7BC1E052-D9E7-4045-AF0A-0D6DAF01CFC4}" dt="2026-09-22T10:16:54.965" v="435" actId="1076"/>
          <ac:spMkLst>
            <pc:docMk/>
            <pc:sldMk cId="2611225760" sldId="265"/>
            <ac:spMk id="6" creationId="{4CCE3E05-6CD9-442C-4A74-20C438BBA998}"/>
          </ac:spMkLst>
        </pc:spChg>
        <pc:spChg chg="add del">
          <ac:chgData name="Ayush Mishra" userId="4a9b257caf916968" providerId="LiveId" clId="{7BC1E052-D9E7-4045-AF0A-0D6DAF01CFC4}" dt="2026-09-22T10:02:52.085" v="294" actId="22"/>
          <ac:spMkLst>
            <pc:docMk/>
            <pc:sldMk cId="2611225760" sldId="265"/>
            <ac:spMk id="15" creationId="{85C46028-EA9B-6CE8-0C08-B328149A6745}"/>
          </ac:spMkLst>
        </pc:spChg>
        <pc:spChg chg="add mod">
          <ac:chgData name="Ayush Mishra" userId="4a9b257caf916968" providerId="LiveId" clId="{7BC1E052-D9E7-4045-AF0A-0D6DAF01CFC4}" dt="2026-09-22T10:17:39.796" v="442" actId="1038"/>
          <ac:spMkLst>
            <pc:docMk/>
            <pc:sldMk cId="2611225760" sldId="265"/>
            <ac:spMk id="16" creationId="{58132715-BC3E-D05E-E783-57E3CD310C6C}"/>
          </ac:spMkLst>
        </pc:spChg>
        <pc:spChg chg="mod">
          <ac:chgData name="Ayush Mishra" userId="4a9b257caf916968" providerId="LiveId" clId="{7BC1E052-D9E7-4045-AF0A-0D6DAF01CFC4}" dt="2026-09-22T09:52:21.674" v="148" actId="1076"/>
          <ac:spMkLst>
            <pc:docMk/>
            <pc:sldMk cId="2611225760" sldId="265"/>
            <ac:spMk id="70" creationId="{0D5B93E3-C47F-6C35-61FC-232D98C8EC4E}"/>
          </ac:spMkLst>
        </pc:spChg>
        <pc:spChg chg="mod">
          <ac:chgData name="Ayush Mishra" userId="4a9b257caf916968" providerId="LiveId" clId="{7BC1E052-D9E7-4045-AF0A-0D6DAF01CFC4}" dt="2026-09-22T09:53:39.684" v="157" actId="14100"/>
          <ac:spMkLst>
            <pc:docMk/>
            <pc:sldMk cId="2611225760" sldId="265"/>
            <ac:spMk id="78" creationId="{9CF0F19C-AA4B-C9EF-589C-71E4CF55A057}"/>
          </ac:spMkLst>
        </pc:spChg>
        <pc:spChg chg="mod">
          <ac:chgData name="Ayush Mishra" userId="4a9b257caf916968" providerId="LiveId" clId="{7BC1E052-D9E7-4045-AF0A-0D6DAF01CFC4}" dt="2026-09-22T09:54:32.130" v="161" actId="1076"/>
          <ac:spMkLst>
            <pc:docMk/>
            <pc:sldMk cId="2611225760" sldId="265"/>
            <ac:spMk id="86" creationId="{64E18F9E-1B85-EEE9-00F0-03A63C5794E2}"/>
          </ac:spMkLst>
        </pc:spChg>
        <pc:spChg chg="mod">
          <ac:chgData name="Ayush Mishra" userId="4a9b257caf916968" providerId="LiveId" clId="{7BC1E052-D9E7-4045-AF0A-0D6DAF01CFC4}" dt="2026-09-22T10:16:47.131" v="434" actId="1038"/>
          <ac:spMkLst>
            <pc:docMk/>
            <pc:sldMk cId="2611225760" sldId="265"/>
            <ac:spMk id="91" creationId="{6CCC6EBB-ED41-06E0-A967-137B685B732C}"/>
          </ac:spMkLst>
        </pc:spChg>
        <pc:spChg chg="mod">
          <ac:chgData name="Ayush Mishra" userId="4a9b257caf916968" providerId="LiveId" clId="{7BC1E052-D9E7-4045-AF0A-0D6DAF01CFC4}" dt="2026-09-22T10:16:47.131" v="434" actId="1038"/>
          <ac:spMkLst>
            <pc:docMk/>
            <pc:sldMk cId="2611225760" sldId="265"/>
            <ac:spMk id="93" creationId="{F69F8762-A683-C96A-D004-BA586BFAFE58}"/>
          </ac:spMkLst>
        </pc:spChg>
        <pc:spChg chg="mod">
          <ac:chgData name="Ayush Mishra" userId="4a9b257caf916968" providerId="LiveId" clId="{7BC1E052-D9E7-4045-AF0A-0D6DAF01CFC4}" dt="2026-09-22T10:16:47.131" v="434" actId="1038"/>
          <ac:spMkLst>
            <pc:docMk/>
            <pc:sldMk cId="2611225760" sldId="265"/>
            <ac:spMk id="95" creationId="{C8D88A86-AA3E-25F8-1B23-318ABAC78368}"/>
          </ac:spMkLst>
        </pc:spChg>
        <pc:spChg chg="mod">
          <ac:chgData name="Ayush Mishra" userId="4a9b257caf916968" providerId="LiveId" clId="{7BC1E052-D9E7-4045-AF0A-0D6DAF01CFC4}" dt="2026-09-22T10:16:00.485" v="420" actId="1035"/>
          <ac:spMkLst>
            <pc:docMk/>
            <pc:sldMk cId="2611225760" sldId="265"/>
            <ac:spMk id="100" creationId="{2DFCAA06-B938-50AF-06EE-716372CF36AC}"/>
          </ac:spMkLst>
        </pc:spChg>
        <pc:spChg chg="mod">
          <ac:chgData name="Ayush Mishra" userId="4a9b257caf916968" providerId="LiveId" clId="{7BC1E052-D9E7-4045-AF0A-0D6DAF01CFC4}" dt="2026-09-22T10:16:13.122" v="425" actId="1035"/>
          <ac:spMkLst>
            <pc:docMk/>
            <pc:sldMk cId="2611225760" sldId="265"/>
            <ac:spMk id="101" creationId="{10F489FE-490F-94C7-6F0D-2C1D0FB28E42}"/>
          </ac:spMkLst>
        </pc:spChg>
        <pc:spChg chg="mod">
          <ac:chgData name="Ayush Mishra" userId="4a9b257caf916968" providerId="LiveId" clId="{7BC1E052-D9E7-4045-AF0A-0D6DAF01CFC4}" dt="2026-09-22T10:15:47.011" v="415" actId="1035"/>
          <ac:spMkLst>
            <pc:docMk/>
            <pc:sldMk cId="2611225760" sldId="265"/>
            <ac:spMk id="102" creationId="{7FB22B66-4F04-B720-7731-3C824DFE2BB7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32" creationId="{95E2707D-A3CD-4CE0-CC37-AF4868864186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34" creationId="{7A36E747-0366-5D94-A0D6-BD79538E83A7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35" creationId="{B23E5F1B-7BF8-2F7D-B85E-B33AF78738B3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37" creationId="{F5AFBB5B-2DE6-A5F8-FB34-6C38C869314B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38" creationId="{E5295904-1E0F-B026-BFF5-015854FE0F8D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44" creationId="{B874BB5A-5768-6C7E-DBAA-43FE9085A1A8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46" creationId="{F2AB08D3-B5A4-4FD1-AA94-97296C5A74F4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47" creationId="{6CCB4ADD-0F3B-D56A-1B7B-4D8B61008F47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52" creationId="{0F54D086-E470-F33E-C436-8178FFA45E55}"/>
          </ac:spMkLst>
        </pc:spChg>
        <pc:spChg chg="del">
          <ac:chgData name="Ayush Mishra" userId="4a9b257caf916968" providerId="LiveId" clId="{7BC1E052-D9E7-4045-AF0A-0D6DAF01CFC4}" dt="2026-09-22T09:52:26.340" v="149" actId="478"/>
          <ac:spMkLst>
            <pc:docMk/>
            <pc:sldMk cId="2611225760" sldId="265"/>
            <ac:spMk id="154" creationId="{07A4950B-6567-67AB-A589-2A662A067F83}"/>
          </ac:spMkLst>
        </pc:spChg>
        <pc:spChg chg="del">
          <ac:chgData name="Ayush Mishra" userId="4a9b257caf916968" providerId="LiveId" clId="{7BC1E052-D9E7-4045-AF0A-0D6DAF01CFC4}" dt="2026-09-22T09:52:29.692" v="150" actId="478"/>
          <ac:spMkLst>
            <pc:docMk/>
            <pc:sldMk cId="2611225760" sldId="265"/>
            <ac:spMk id="160" creationId="{5882A20D-CC00-0CC8-E326-AFA4404D317B}"/>
          </ac:spMkLst>
        </pc:spChg>
        <pc:grpChg chg="mod">
          <ac:chgData name="Ayush Mishra" userId="4a9b257caf916968" providerId="LiveId" clId="{7BC1E052-D9E7-4045-AF0A-0D6DAF01CFC4}" dt="2026-09-22T09:46:15.743" v="131" actId="1037"/>
          <ac:grpSpMkLst>
            <pc:docMk/>
            <pc:sldMk cId="2611225760" sldId="265"/>
            <ac:grpSpMk id="10" creationId="{767F8D79-63FD-4F04-3410-87C6B042E93E}"/>
          </ac:grpSpMkLst>
        </pc:grpChg>
        <pc:picChg chg="add del mod">
          <ac:chgData name="Ayush Mishra" userId="4a9b257caf916968" providerId="LiveId" clId="{7BC1E052-D9E7-4045-AF0A-0D6DAF01CFC4}" dt="2026-09-22T10:10:32.907" v="375" actId="478"/>
          <ac:picMkLst>
            <pc:docMk/>
            <pc:sldMk cId="2611225760" sldId="265"/>
            <ac:picMk id="17" creationId="{D0ADCE4E-89E6-7464-F8DD-43A820193BFF}"/>
          </ac:picMkLst>
        </pc:picChg>
        <pc:picChg chg="add del mod">
          <ac:chgData name="Ayush Mishra" userId="4a9b257caf916968" providerId="LiveId" clId="{7BC1E052-D9E7-4045-AF0A-0D6DAF01CFC4}" dt="2026-09-22T10:10:34.533" v="376" actId="478"/>
          <ac:picMkLst>
            <pc:docMk/>
            <pc:sldMk cId="2611225760" sldId="265"/>
            <ac:picMk id="18" creationId="{1887C7E7-E987-28A2-02DC-665AB7A2D498}"/>
          </ac:picMkLst>
        </pc:picChg>
        <pc:picChg chg="add mod">
          <ac:chgData name="Ayush Mishra" userId="4a9b257caf916968" providerId="LiveId" clId="{7BC1E052-D9E7-4045-AF0A-0D6DAF01CFC4}" dt="2026-09-22T10:11:39.036" v="391" actId="1076"/>
          <ac:picMkLst>
            <pc:docMk/>
            <pc:sldMk cId="2611225760" sldId="265"/>
            <ac:picMk id="19" creationId="{36808BF6-D759-3811-E5AA-011E8060DB7B}"/>
          </ac:picMkLst>
        </pc:picChg>
        <pc:picChg chg="add mod">
          <ac:chgData name="Ayush Mishra" userId="4a9b257caf916968" providerId="LiveId" clId="{7BC1E052-D9E7-4045-AF0A-0D6DAF01CFC4}" dt="2026-09-22T10:10:43.750" v="379" actId="1076"/>
          <ac:picMkLst>
            <pc:docMk/>
            <pc:sldMk cId="2611225760" sldId="265"/>
            <ac:picMk id="20" creationId="{EC5A1EAA-B0AD-EC86-4DC3-732220B20934}"/>
          </ac:picMkLst>
        </pc:picChg>
        <pc:picChg chg="add mod">
          <ac:chgData name="Ayush Mishra" userId="4a9b257caf916968" providerId="LiveId" clId="{7BC1E052-D9E7-4045-AF0A-0D6DAF01CFC4}" dt="2026-09-22T10:13:13.255" v="400" actId="1076"/>
          <ac:picMkLst>
            <pc:docMk/>
            <pc:sldMk cId="2611225760" sldId="265"/>
            <ac:picMk id="21" creationId="{16B1D76F-85DC-DFF1-4127-D2E5A9CA5DC2}"/>
          </ac:picMkLst>
        </pc:picChg>
        <pc:picChg chg="add mod">
          <ac:chgData name="Ayush Mishra" userId="4a9b257caf916968" providerId="LiveId" clId="{7BC1E052-D9E7-4045-AF0A-0D6DAF01CFC4}" dt="2026-09-22T10:13:50.453" v="404" actId="1076"/>
          <ac:picMkLst>
            <pc:docMk/>
            <pc:sldMk cId="2611225760" sldId="265"/>
            <ac:picMk id="22" creationId="{C5FA91BD-4CEC-880C-561F-683BE7EE82D2}"/>
          </ac:picMkLst>
        </pc:picChg>
        <pc:picChg chg="add mod">
          <ac:chgData name="Ayush Mishra" userId="4a9b257caf916968" providerId="LiveId" clId="{7BC1E052-D9E7-4045-AF0A-0D6DAF01CFC4}" dt="2026-09-22T10:14:10.354" v="407" actId="1036"/>
          <ac:picMkLst>
            <pc:docMk/>
            <pc:sldMk cId="2611225760" sldId="265"/>
            <ac:picMk id="23" creationId="{74E3EFD4-3EA3-D050-D608-0B2780669358}"/>
          </ac:picMkLst>
        </pc:picChg>
        <pc:picChg chg="add mod">
          <ac:chgData name="Ayush Mishra" userId="4a9b257caf916968" providerId="LiveId" clId="{7BC1E052-D9E7-4045-AF0A-0D6DAF01CFC4}" dt="2026-09-22T10:14:31.235" v="410" actId="1036"/>
          <ac:picMkLst>
            <pc:docMk/>
            <pc:sldMk cId="2611225760" sldId="265"/>
            <ac:picMk id="24" creationId="{1E4324AD-1132-31B4-B66A-055224BA4D84}"/>
          </ac:picMkLst>
        </pc:picChg>
        <pc:cxnChg chg="mod">
          <ac:chgData name="Ayush Mishra" userId="4a9b257caf916968" providerId="LiveId" clId="{7BC1E052-D9E7-4045-AF0A-0D6DAF01CFC4}" dt="2026-09-22T10:16:47.131" v="434" actId="1038"/>
          <ac:cxnSpMkLst>
            <pc:docMk/>
            <pc:sldMk cId="2611225760" sldId="265"/>
            <ac:cxnSpMk id="8" creationId="{D72CF96F-DB91-308E-4510-4C298B018B2C}"/>
          </ac:cxnSpMkLst>
        </pc:cxnChg>
        <pc:cxnChg chg="mod">
          <ac:chgData name="Ayush Mishra" userId="4a9b257caf916968" providerId="LiveId" clId="{7BC1E052-D9E7-4045-AF0A-0D6DAF01CFC4}" dt="2026-09-22T10:17:25.380" v="438" actId="1076"/>
          <ac:cxnSpMkLst>
            <pc:docMk/>
            <pc:sldMk cId="2611225760" sldId="265"/>
            <ac:cxnSpMk id="12" creationId="{D2F95667-3074-BFC8-0543-3A357A6AF364}"/>
          </ac:cxnSpMkLst>
        </pc:cxnChg>
        <pc:cxnChg chg="mod">
          <ac:chgData name="Ayush Mishra" userId="4a9b257caf916968" providerId="LiveId" clId="{7BC1E052-D9E7-4045-AF0A-0D6DAF01CFC4}" dt="2026-09-22T10:17:52.910" v="445" actId="1038"/>
          <ac:cxnSpMkLst>
            <pc:docMk/>
            <pc:sldMk cId="2611225760" sldId="265"/>
            <ac:cxnSpMk id="14" creationId="{911B1DCD-49EF-BD61-1E0F-EF30D4C9626E}"/>
          </ac:cxnSpMkLst>
        </pc:cxnChg>
        <pc:cxnChg chg="add mod">
          <ac:chgData name="Ayush Mishra" userId="4a9b257caf916968" providerId="LiveId" clId="{7BC1E052-D9E7-4045-AF0A-0D6DAF01CFC4}" dt="2026-09-22T10:13:13.255" v="400" actId="1076"/>
          <ac:cxnSpMkLst>
            <pc:docMk/>
            <pc:sldMk cId="2611225760" sldId="265"/>
            <ac:cxnSpMk id="26" creationId="{2C2C011F-8F96-C7A4-E92A-3BB1AF5C4DDD}"/>
          </ac:cxnSpMkLst>
        </pc:cxnChg>
        <pc:cxnChg chg="add mod">
          <ac:chgData name="Ayush Mishra" userId="4a9b257caf916968" providerId="LiveId" clId="{7BC1E052-D9E7-4045-AF0A-0D6DAF01CFC4}" dt="2026-09-22T10:13:32.986" v="402" actId="13822"/>
          <ac:cxnSpMkLst>
            <pc:docMk/>
            <pc:sldMk cId="2611225760" sldId="265"/>
            <ac:cxnSpMk id="29" creationId="{567292C6-0D3D-8B91-2A41-5EE525E97F46}"/>
          </ac:cxnSpMkLst>
        </pc:cxnChg>
        <pc:cxnChg chg="add mod">
          <ac:chgData name="Ayush Mishra" userId="4a9b257caf916968" providerId="LiveId" clId="{7BC1E052-D9E7-4045-AF0A-0D6DAF01CFC4}" dt="2026-09-22T10:13:55.308" v="405" actId="13822"/>
          <ac:cxnSpMkLst>
            <pc:docMk/>
            <pc:sldMk cId="2611225760" sldId="265"/>
            <ac:cxnSpMk id="31" creationId="{9C2430B4-0B96-BE7B-AE97-5DB337FB061C}"/>
          </ac:cxnSpMkLst>
        </pc:cxnChg>
        <pc:cxnChg chg="add mod">
          <ac:chgData name="Ayush Mishra" userId="4a9b257caf916968" providerId="LiveId" clId="{7BC1E052-D9E7-4045-AF0A-0D6DAF01CFC4}" dt="2026-09-22T10:14:16.336" v="408" actId="13822"/>
          <ac:cxnSpMkLst>
            <pc:docMk/>
            <pc:sldMk cId="2611225760" sldId="265"/>
            <ac:cxnSpMk id="34" creationId="{15AC548C-46F3-E918-6D70-55CF55355097}"/>
          </ac:cxnSpMkLst>
        </pc:cxnChg>
        <pc:cxnChg chg="add mod">
          <ac:chgData name="Ayush Mishra" userId="4a9b257caf916968" providerId="LiveId" clId="{7BC1E052-D9E7-4045-AF0A-0D6DAF01CFC4}" dt="2026-09-22T10:14:36.214" v="411" actId="13822"/>
          <ac:cxnSpMkLst>
            <pc:docMk/>
            <pc:sldMk cId="2611225760" sldId="265"/>
            <ac:cxnSpMk id="36" creationId="{D75A1C73-39B3-C5D0-05E1-2CA42BC053E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7632D-5D22-4C77-A663-2CBEB70F7510}" type="datetimeFigureOut">
              <a:rPr lang="en-IN" smtClean="0"/>
              <a:t>29-09-2026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45642-8F97-4160-B851-756EE637B0E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3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45642-8F97-4160-B851-756EE637B0E2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579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45642-8F97-4160-B851-756EE637B0E2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485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41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1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13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2.sv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4.svg"/><Relationship Id="rId10" Type="http://schemas.openxmlformats.org/officeDocument/2006/relationships/image" Target="../media/image38.sv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act.dev/?utm_source=chatgpt.com" TargetMode="External"/><Relationship Id="rId13" Type="http://schemas.openxmlformats.org/officeDocument/2006/relationships/hyperlink" Target="https://geopandas.org/" TargetMode="External"/><Relationship Id="rId18" Type="http://schemas.openxmlformats.org/officeDocument/2006/relationships/hyperlink" Target="https://bhuvan.nrsc.gov.in/" TargetMode="External"/><Relationship Id="rId3" Type="http://schemas.openxmlformats.org/officeDocument/2006/relationships/hyperlink" Target="https://link.springer.com/article/10.1186/s44315-026-00054-0" TargetMode="External"/><Relationship Id="rId7" Type="http://schemas.openxmlformats.org/officeDocument/2006/relationships/hyperlink" Target="https://onlinelibrary.wiley.com/doi/10.1111/faf.70103" TargetMode="External"/><Relationship Id="rId12" Type="http://schemas.openxmlformats.org/officeDocument/2006/relationships/hyperlink" Target="https://python.langchain.com/docs/" TargetMode="External"/><Relationship Id="rId17" Type="http://schemas.openxmlformats.org/officeDocument/2006/relationships/hyperlink" Target="https://mosdac.gov.in/" TargetMode="External"/><Relationship Id="rId2" Type="http://schemas.openxmlformats.org/officeDocument/2006/relationships/hyperlink" Target="https://onlinelibrary.wiley.com/doi/full/10.1111/faf.70037" TargetMode="External"/><Relationship Id="rId16" Type="http://schemas.openxmlformats.org/officeDocument/2006/relationships/hyperlink" Target="https://incois.gov.in/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rontiersin.org/journals/marine-science/articles/10.3389/fmars.2026.1870082/full" TargetMode="External"/><Relationship Id="rId11" Type="http://schemas.openxmlformats.org/officeDocument/2006/relationships/hyperlink" Target="https://langchain-ai.github.io/langgraph/" TargetMode="External"/><Relationship Id="rId5" Type="http://schemas.openxmlformats.org/officeDocument/2006/relationships/hyperlink" Target="https://www.frontiersin.org/journals/marine-science/articles/10.3389/fmars.2026.1890995/full" TargetMode="External"/><Relationship Id="rId15" Type="http://schemas.openxmlformats.org/officeDocument/2006/relationships/hyperlink" Target="https://fastapi.tiangolo.com/" TargetMode="External"/><Relationship Id="rId10" Type="http://schemas.openxmlformats.org/officeDocument/2006/relationships/hyperlink" Target="https://docs.python.org/3/?utm_source=chatgpt.com" TargetMode="External"/><Relationship Id="rId19" Type="http://schemas.openxmlformats.org/officeDocument/2006/relationships/image" Target="../media/image5.png"/><Relationship Id="rId4" Type="http://schemas.openxmlformats.org/officeDocument/2006/relationships/hyperlink" Target="https://www.vliz.be/imisdocs/publications/418950.pdf" TargetMode="External"/><Relationship Id="rId9" Type="http://schemas.openxmlformats.org/officeDocument/2006/relationships/hyperlink" Target="https://nodejs.org/docs/latest/api/?utm_source=chatgpt.com" TargetMode="External"/><Relationship Id="rId14" Type="http://schemas.openxmlformats.org/officeDocument/2006/relationships/hyperlink" Target="https://leafletj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94002" y="17697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2073505" y="3399005"/>
            <a:ext cx="5478405" cy="5859295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3856" y="-653334"/>
            <a:ext cx="15613542" cy="2656832"/>
            <a:chOff x="-91656" y="0"/>
            <a:chExt cx="20818056" cy="35424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3230740"/>
            </a:xfrm>
            <a:custGeom>
              <a:avLst/>
              <a:gdLst/>
              <a:ahLst/>
              <a:cxnLst/>
              <a:rect l="l" t="t" r="r" b="b"/>
              <a:pathLst>
                <a:path w="20726400" h="3230740">
                  <a:moveTo>
                    <a:pt x="0" y="0"/>
                  </a:moveTo>
                  <a:lnTo>
                    <a:pt x="20726400" y="0"/>
                  </a:lnTo>
                  <a:lnTo>
                    <a:pt x="20726400" y="3230740"/>
                  </a:lnTo>
                  <a:lnTo>
                    <a:pt x="0" y="32307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0732" b="-8927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91656" y="292651"/>
              <a:ext cx="20726400" cy="3249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chemeClr val="tx2"/>
                  </a:solidFill>
                  <a:latin typeface="Garamond" panose="02020404030301010803" pitchFamily="18" charset="0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5114" y="1814092"/>
            <a:ext cx="12043060" cy="8058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0905" lvl="1" indent="-275452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Problem Statement ID - SIH26176</a:t>
            </a:r>
          </a:p>
          <a:p>
            <a:pPr marL="550905" lvl="1" indent="-275452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Problem Statement Title - </a:t>
            </a:r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ORCA Marine EcOsystem Reasoning with Collaborative Agents</a:t>
            </a:r>
            <a:endParaRPr lang="en-US" sz="3600" b="1" dirty="0">
              <a:latin typeface="Arial" panose="020B0604020202020204" pitchFamily="34" charset="0"/>
              <a:ea typeface="Arial Bold"/>
              <a:cs typeface="Arial" panose="020B0604020202020204" pitchFamily="34" charset="0"/>
              <a:sym typeface="Arial Bold"/>
            </a:endParaRPr>
          </a:p>
          <a:p>
            <a:pPr marL="550905" lvl="1" indent="-275452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Theme - Smart Automation</a:t>
            </a:r>
          </a:p>
          <a:p>
            <a:pPr marL="550905" lvl="1" indent="-275452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PS Category - Software</a:t>
            </a:r>
          </a:p>
          <a:p>
            <a:pPr marL="550905" lvl="1" indent="-275452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Team ID - 170524</a:t>
            </a:r>
          </a:p>
          <a:p>
            <a:pPr marL="550905" lvl="1" indent="-275452" algn="just">
              <a:lnSpc>
                <a:spcPct val="200000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Team Name - Tech Udaan 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96A06C-915F-04C7-3D16-8ECB3BC9ED81}"/>
              </a:ext>
            </a:extLst>
          </p:cNvPr>
          <p:cNvGrpSpPr/>
          <p:nvPr/>
        </p:nvGrpSpPr>
        <p:grpSpPr>
          <a:xfrm>
            <a:off x="15239999" y="-11523"/>
            <a:ext cx="2804903" cy="1421223"/>
            <a:chOff x="0" y="0"/>
            <a:chExt cx="4499699" cy="212467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C7651A-03EA-D76A-428B-4A183A00648D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C4F82E-DEB9-E59E-978A-9AE1F123E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36" y="751619"/>
            <a:ext cx="1813662" cy="152577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5472A32-A7A5-47A4-77B5-885A05D83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948" y="297925"/>
            <a:ext cx="4883571" cy="83216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2FEB734-8FE1-D1DD-4DFC-E3EE8DBAF0DA}"/>
              </a:ext>
            </a:extLst>
          </p:cNvPr>
          <p:cNvSpPr/>
          <p:nvPr/>
        </p:nvSpPr>
        <p:spPr>
          <a:xfrm>
            <a:off x="2474379" y="274761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ORCA / NEERDRISHTI AS THE SOLUTION IDNETITY</a:t>
            </a:r>
            <a:endParaRPr lang="en-IN" sz="40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5B93E3-C47F-6C35-61FC-232D98C8EC4E}"/>
              </a:ext>
            </a:extLst>
          </p:cNvPr>
          <p:cNvSpPr/>
          <p:nvPr/>
        </p:nvSpPr>
        <p:spPr>
          <a:xfrm>
            <a:off x="304800" y="1563308"/>
            <a:ext cx="17790590" cy="82804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E017A45C-CA45-E28C-1C19-BDB00F733CBA}"/>
              </a:ext>
            </a:extLst>
          </p:cNvPr>
          <p:cNvSpPr txBox="1"/>
          <p:nvPr/>
        </p:nvSpPr>
        <p:spPr>
          <a:xfrm>
            <a:off x="850392" y="2112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9F749C5D-DCEA-4AF8-BCA4-9AFD186899D5}"/>
              </a:ext>
            </a:extLst>
          </p:cNvPr>
          <p:cNvSpPr txBox="1"/>
          <p:nvPr/>
        </p:nvSpPr>
        <p:spPr>
          <a:xfrm>
            <a:off x="1002792" y="2264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D4B06EB2-3E39-9DE1-2DB4-8E0AF5651694}"/>
              </a:ext>
            </a:extLst>
          </p:cNvPr>
          <p:cNvSpPr/>
          <p:nvPr/>
        </p:nvSpPr>
        <p:spPr>
          <a:xfrm>
            <a:off x="646176" y="167739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7B367CEA-AFD5-2357-25F0-75C6BC0CCCBD}"/>
              </a:ext>
            </a:extLst>
          </p:cNvPr>
          <p:cNvSpPr txBox="1"/>
          <p:nvPr/>
        </p:nvSpPr>
        <p:spPr>
          <a:xfrm>
            <a:off x="641581" y="1663521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4AF5D44-F780-0E49-A504-AB6C1BB7B383}"/>
              </a:ext>
            </a:extLst>
          </p:cNvPr>
          <p:cNvSpPr txBox="1"/>
          <p:nvPr/>
        </p:nvSpPr>
        <p:spPr>
          <a:xfrm>
            <a:off x="1456921" y="1629100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9CF0F19C-AA4B-C9EF-589C-71E4CF55A057}"/>
              </a:ext>
            </a:extLst>
          </p:cNvPr>
          <p:cNvSpPr txBox="1"/>
          <p:nvPr/>
        </p:nvSpPr>
        <p:spPr>
          <a:xfrm>
            <a:off x="1236604" y="2524745"/>
            <a:ext cx="9355194" cy="241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One Unified Platform</a:t>
            </a:r>
            <a:r>
              <a:rPr lang="en-IN" sz="2400" dirty="0"/>
              <a:t> – All features are available in one place.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AI-Based Analysis</a:t>
            </a:r>
            <a:r>
              <a:rPr lang="en-IN" sz="2400" dirty="0"/>
              <a:t> – Automatically analyses data and extracts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Interactive Dashboard</a:t>
            </a:r>
            <a:r>
              <a:rPr lang="en-IN" sz="2400" dirty="0"/>
              <a:t> – Displays results clearly and visually.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Smart Decision Support</a:t>
            </a:r>
            <a:r>
              <a:rPr lang="en-IN" sz="2400" dirty="0"/>
              <a:t> – Helps users make faster, informed decisions.</a:t>
            </a:r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F7736B05-073C-F027-7C7C-317799658692}"/>
              </a:ext>
            </a:extLst>
          </p:cNvPr>
          <p:cNvSpPr txBox="1"/>
          <p:nvPr/>
        </p:nvSpPr>
        <p:spPr>
          <a:xfrm>
            <a:off x="1014102" y="484731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1EC81A78-A9AF-BB94-4015-035FC28B5826}"/>
              </a:ext>
            </a:extLst>
          </p:cNvPr>
          <p:cNvSpPr txBox="1"/>
          <p:nvPr/>
        </p:nvSpPr>
        <p:spPr>
          <a:xfrm>
            <a:off x="1166502" y="499971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7673F63F-F216-7AB3-FD2F-6575AB25FE33}"/>
              </a:ext>
            </a:extLst>
          </p:cNvPr>
          <p:cNvSpPr/>
          <p:nvPr/>
        </p:nvSpPr>
        <p:spPr>
          <a:xfrm>
            <a:off x="641581" y="428648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B3774864-6A5B-631F-66DB-DA625C7F479B}"/>
              </a:ext>
            </a:extLst>
          </p:cNvPr>
          <p:cNvSpPr txBox="1"/>
          <p:nvPr/>
        </p:nvSpPr>
        <p:spPr>
          <a:xfrm>
            <a:off x="701296" y="4381734"/>
            <a:ext cx="582310" cy="464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554DDAC4-738E-9A15-29E7-5DA60DDD9A1C}"/>
              </a:ext>
            </a:extLst>
          </p:cNvPr>
          <p:cNvSpPr txBox="1"/>
          <p:nvPr/>
        </p:nvSpPr>
        <p:spPr>
          <a:xfrm>
            <a:off x="1456602" y="4471606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3200" dirty="0"/>
          </a:p>
          <a:p>
            <a:endParaRPr lang="en-US" sz="3150" dirty="0"/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64E18F9E-1B85-EEE9-00F0-03A63C5794E2}"/>
              </a:ext>
            </a:extLst>
          </p:cNvPr>
          <p:cNvSpPr txBox="1"/>
          <p:nvPr/>
        </p:nvSpPr>
        <p:spPr>
          <a:xfrm>
            <a:off x="1236604" y="5238428"/>
            <a:ext cx="9619081" cy="282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Centralizes Information</a:t>
            </a:r>
            <a:r>
              <a:rPr lang="en-IN" sz="2400" dirty="0"/>
              <a:t> – Brings all data into one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Reduces Manual Work</a:t>
            </a:r>
            <a:r>
              <a:rPr lang="en-IN" sz="2400" dirty="0"/>
              <a:t> – Automates data processing and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Improves Accuracy</a:t>
            </a:r>
            <a:r>
              <a:rPr lang="en-IN" sz="2400" dirty="0"/>
              <a:t> – Uses AI to identify important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Enables Quick Action</a:t>
            </a:r>
            <a:r>
              <a:rPr lang="en-IN" sz="2400" dirty="0"/>
              <a:t> – Provides clear insights for faster decisions.</a:t>
            </a:r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91" name="Text 19">
            <a:extLst>
              <a:ext uri="{FF2B5EF4-FFF2-40B4-BE49-F238E27FC236}">
                <a16:creationId xmlns:a16="http://schemas.microsoft.com/office/drawing/2014/main" id="{6CCC6EBB-ED41-06E0-A967-137B685B732C}"/>
              </a:ext>
            </a:extLst>
          </p:cNvPr>
          <p:cNvSpPr txBox="1"/>
          <p:nvPr/>
        </p:nvSpPr>
        <p:spPr>
          <a:xfrm>
            <a:off x="1295791" y="7808841"/>
            <a:ext cx="3436011" cy="25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b="1" dirty="0"/>
              <a:t>One-Platform Approach</a:t>
            </a:r>
            <a:endParaRPr lang="en-IN" sz="2400" b="1" dirty="0">
              <a:cs typeface="Calibri"/>
            </a:endParaRPr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F69F8762-A683-C96A-D004-BA586BFAFE58}"/>
              </a:ext>
            </a:extLst>
          </p:cNvPr>
          <p:cNvSpPr txBox="1"/>
          <p:nvPr/>
        </p:nvSpPr>
        <p:spPr>
          <a:xfrm>
            <a:off x="5286811" y="7828756"/>
            <a:ext cx="3879777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b="1" dirty="0"/>
              <a:t>AI-Powered Automation</a:t>
            </a:r>
            <a:endParaRPr lang="en-US" sz="2200" dirty="0"/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C8D88A86-AA3E-25F8-1B23-318ABAC78368}"/>
              </a:ext>
            </a:extLst>
          </p:cNvPr>
          <p:cNvSpPr txBox="1"/>
          <p:nvPr/>
        </p:nvSpPr>
        <p:spPr>
          <a:xfrm>
            <a:off x="9578623" y="7819700"/>
            <a:ext cx="3685729" cy="47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b="1" dirty="0"/>
              <a:t>Real-Time Insights</a:t>
            </a:r>
          </a:p>
          <a:p>
            <a:pPr>
              <a:spcAft>
                <a:spcPts val="600"/>
              </a:spcAft>
            </a:pPr>
            <a:r>
              <a:rPr lang="en-IN" sz="2400" dirty="0"/>
              <a:t>     </a:t>
            </a:r>
            <a:endParaRPr lang="en-US" sz="2200" dirty="0"/>
          </a:p>
        </p:txBody>
      </p:sp>
      <p:sp>
        <p:nvSpPr>
          <p:cNvPr id="98" name="Text 7">
            <a:extLst>
              <a:ext uri="{FF2B5EF4-FFF2-40B4-BE49-F238E27FC236}">
                <a16:creationId xmlns:a16="http://schemas.microsoft.com/office/drawing/2014/main" id="{C5CEDA1D-6F7D-17BC-EBB6-F239017C562E}"/>
              </a:ext>
            </a:extLst>
          </p:cNvPr>
          <p:cNvSpPr txBox="1"/>
          <p:nvPr/>
        </p:nvSpPr>
        <p:spPr>
          <a:xfrm>
            <a:off x="1014102" y="758232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2DFCAA06-B938-50AF-06EE-716372CF36AC}"/>
              </a:ext>
            </a:extLst>
          </p:cNvPr>
          <p:cNvSpPr/>
          <p:nvPr/>
        </p:nvSpPr>
        <p:spPr>
          <a:xfrm>
            <a:off x="682678" y="697230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1" name="Text 7">
            <a:extLst>
              <a:ext uri="{FF2B5EF4-FFF2-40B4-BE49-F238E27FC236}">
                <a16:creationId xmlns:a16="http://schemas.microsoft.com/office/drawing/2014/main" id="{10F489FE-490F-94C7-6F0D-2C1D0FB28E42}"/>
              </a:ext>
            </a:extLst>
          </p:cNvPr>
          <p:cNvSpPr txBox="1"/>
          <p:nvPr/>
        </p:nvSpPr>
        <p:spPr>
          <a:xfrm>
            <a:off x="741359" y="7124700"/>
            <a:ext cx="582310" cy="464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7FB22B66-4F04-B720-7731-3C824DFE2BB7}"/>
              </a:ext>
            </a:extLst>
          </p:cNvPr>
          <p:cNvSpPr txBox="1"/>
          <p:nvPr/>
        </p:nvSpPr>
        <p:spPr>
          <a:xfrm>
            <a:off x="1468682" y="6972300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3600" dirty="0"/>
          </a:p>
        </p:txBody>
      </p:sp>
      <p:sp>
        <p:nvSpPr>
          <p:cNvPr id="103" name="Text 17">
            <a:extLst>
              <a:ext uri="{FF2B5EF4-FFF2-40B4-BE49-F238E27FC236}">
                <a16:creationId xmlns:a16="http://schemas.microsoft.com/office/drawing/2014/main" id="{D396BD4A-5DC8-D01B-BC99-F399B0DDCE17}"/>
              </a:ext>
            </a:extLst>
          </p:cNvPr>
          <p:cNvSpPr txBox="1"/>
          <p:nvPr/>
        </p:nvSpPr>
        <p:spPr>
          <a:xfrm>
            <a:off x="7770625" y="7563199"/>
            <a:ext cx="230375" cy="315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85407F-986E-C0EA-7C1C-03EE5086791E}"/>
              </a:ext>
            </a:extLst>
          </p:cNvPr>
          <p:cNvSpPr txBox="1"/>
          <p:nvPr/>
        </p:nvSpPr>
        <p:spPr>
          <a:xfrm>
            <a:off x="13174721" y="7814793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Multi-Agent AI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CE3E05-6CD9-442C-4A74-20C438BBA998}"/>
              </a:ext>
            </a:extLst>
          </p:cNvPr>
          <p:cNvSpPr txBox="1"/>
          <p:nvPr/>
        </p:nvSpPr>
        <p:spPr>
          <a:xfrm>
            <a:off x="1139444" y="8206493"/>
            <a:ext cx="36857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IN" sz="2400" dirty="0"/>
              <a:t>Integrates all major features and services into a single platform.</a:t>
            </a:r>
            <a:endParaRPr lang="en-US" sz="2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2CF96F-DB91-308E-4510-4C298B018B2C}"/>
              </a:ext>
            </a:extLst>
          </p:cNvPr>
          <p:cNvCxnSpPr/>
          <p:nvPr/>
        </p:nvCxnSpPr>
        <p:spPr>
          <a:xfrm>
            <a:off x="4972902" y="7734300"/>
            <a:ext cx="0" cy="14972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F95667-3074-BFC8-0543-3A357A6AF364}"/>
              </a:ext>
            </a:extLst>
          </p:cNvPr>
          <p:cNvCxnSpPr/>
          <p:nvPr/>
        </p:nvCxnSpPr>
        <p:spPr>
          <a:xfrm>
            <a:off x="9258476" y="7755606"/>
            <a:ext cx="0" cy="1572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1B1DCD-49EF-BD61-1E0F-EF30D4C9626E}"/>
              </a:ext>
            </a:extLst>
          </p:cNvPr>
          <p:cNvCxnSpPr/>
          <p:nvPr/>
        </p:nvCxnSpPr>
        <p:spPr>
          <a:xfrm>
            <a:off x="13030200" y="7810500"/>
            <a:ext cx="0" cy="15727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E2173119-7C58-EC63-ED1D-D218D8E76C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662" cy="1075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7F8D79-63FD-4F04-3410-87C6B042E93E}"/>
              </a:ext>
            </a:extLst>
          </p:cNvPr>
          <p:cNvGrpSpPr/>
          <p:nvPr/>
        </p:nvGrpSpPr>
        <p:grpSpPr>
          <a:xfrm>
            <a:off x="15239999" y="2248"/>
            <a:ext cx="2804903" cy="1421223"/>
            <a:chOff x="0" y="0"/>
            <a:chExt cx="4499699" cy="2124672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F2C03BD-2D24-979F-13D0-20CC9714F7D9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524CD69-0743-7D62-15D8-A168A9ED9F75}"/>
              </a:ext>
            </a:extLst>
          </p:cNvPr>
          <p:cNvSpPr txBox="1"/>
          <p:nvPr/>
        </p:nvSpPr>
        <p:spPr>
          <a:xfrm>
            <a:off x="9326359" y="8187844"/>
            <a:ext cx="36857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IN" sz="2400" dirty="0"/>
              <a:t>Provides quick and meaningful insights from the available data.</a:t>
            </a:r>
            <a:endParaRPr lang="en-US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32715-BC3E-D05E-E783-57E3CD310C6C}"/>
              </a:ext>
            </a:extLst>
          </p:cNvPr>
          <p:cNvSpPr txBox="1"/>
          <p:nvPr/>
        </p:nvSpPr>
        <p:spPr>
          <a:xfrm>
            <a:off x="13485923" y="8208401"/>
            <a:ext cx="4649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Multiple specialized AI agents work together to analyses data, solve tasks, and provide accurate results.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4B1F31-1BB9-3F3E-E231-56E5CE422946}"/>
              </a:ext>
            </a:extLst>
          </p:cNvPr>
          <p:cNvSpPr txBox="1"/>
          <p:nvPr/>
        </p:nvSpPr>
        <p:spPr>
          <a:xfrm>
            <a:off x="5521486" y="8177150"/>
            <a:ext cx="3406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Uses AI to automate data analysis and reduce manual effort.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97A00C1E-615A-8E66-6827-D67C6F5F11F9}"/>
              </a:ext>
            </a:extLst>
          </p:cNvPr>
          <p:cNvSpPr/>
          <p:nvPr/>
        </p:nvSpPr>
        <p:spPr>
          <a:xfrm>
            <a:off x="12691886" y="1920240"/>
            <a:ext cx="2852914" cy="633984"/>
          </a:xfrm>
          <a:prstGeom prst="roundRect">
            <a:avLst>
              <a:gd name="adj" fmla="val 20000"/>
            </a:avLst>
          </a:prstGeom>
          <a:solidFill>
            <a:srgbClr val="EAF1F8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7E13E5D5-CAA6-548D-368A-57A6B76D1267}"/>
              </a:ext>
            </a:extLst>
          </p:cNvPr>
          <p:cNvSpPr txBox="1"/>
          <p:nvPr/>
        </p:nvSpPr>
        <p:spPr>
          <a:xfrm>
            <a:off x="12691886" y="1920240"/>
            <a:ext cx="2852914" cy="6339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4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4289792C-21B6-8035-12D7-AC972F804A1A}"/>
              </a:ext>
            </a:extLst>
          </p:cNvPr>
          <p:cNvSpPr/>
          <p:nvPr/>
        </p:nvSpPr>
        <p:spPr>
          <a:xfrm>
            <a:off x="14211456" y="2554224"/>
            <a:ext cx="0" cy="379476"/>
          </a:xfrm>
          <a:prstGeom prst="line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E0600C4-3AEA-25AF-3914-9705101284BA}"/>
              </a:ext>
            </a:extLst>
          </p:cNvPr>
          <p:cNvSpPr/>
          <p:nvPr/>
        </p:nvSpPr>
        <p:spPr>
          <a:xfrm>
            <a:off x="12537010" y="2933700"/>
            <a:ext cx="3423497" cy="713232"/>
          </a:xfrm>
          <a:prstGeom prst="roundRect">
            <a:avLst>
              <a:gd name="adj" fmla="val 17778"/>
            </a:avLst>
          </a:prstGeom>
          <a:solidFill>
            <a:srgbClr val="0B2545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8F7CD96-1614-AF72-F310-AE461BFAF295}"/>
              </a:ext>
            </a:extLst>
          </p:cNvPr>
          <p:cNvSpPr txBox="1"/>
          <p:nvPr/>
        </p:nvSpPr>
        <p:spPr>
          <a:xfrm>
            <a:off x="12496800" y="2978627"/>
            <a:ext cx="3423497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 ORCHESTRATOR</a:t>
            </a:r>
            <a:endParaRPr lang="en-US" sz="15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3B800BB7-3540-CA4D-EF6A-4293286CC02A}"/>
              </a:ext>
            </a:extLst>
          </p:cNvPr>
          <p:cNvSpPr/>
          <p:nvPr/>
        </p:nvSpPr>
        <p:spPr>
          <a:xfrm>
            <a:off x="10738343" y="4305300"/>
            <a:ext cx="2075789" cy="659282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00757D74-A92E-2F32-1260-61B47AD0F81B}"/>
              </a:ext>
            </a:extLst>
          </p:cNvPr>
          <p:cNvSpPr txBox="1"/>
          <p:nvPr/>
        </p:nvSpPr>
        <p:spPr>
          <a:xfrm>
            <a:off x="10738343" y="4305300"/>
            <a:ext cx="2075789" cy="6592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/ PFZ Agent</a:t>
            </a:r>
            <a:endParaRPr lang="en-US" sz="15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9EFF2A50-FCFD-563F-D5AA-6BE9F92CC0E0}"/>
              </a:ext>
            </a:extLst>
          </p:cNvPr>
          <p:cNvSpPr/>
          <p:nvPr/>
        </p:nvSpPr>
        <p:spPr>
          <a:xfrm>
            <a:off x="13298663" y="4305300"/>
            <a:ext cx="2075789" cy="659282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B605FB30-4AD9-2BFE-C887-4AE3F7CE1699}"/>
              </a:ext>
            </a:extLst>
          </p:cNvPr>
          <p:cNvSpPr txBox="1"/>
          <p:nvPr/>
        </p:nvSpPr>
        <p:spPr>
          <a:xfrm>
            <a:off x="13298663" y="4305300"/>
            <a:ext cx="2075789" cy="6592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Agent</a:t>
            </a:r>
            <a:endParaRPr lang="en-US" sz="15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2433D1A2-E362-C0D1-1A7E-FB2085001DAC}"/>
              </a:ext>
            </a:extLst>
          </p:cNvPr>
          <p:cNvSpPr/>
          <p:nvPr/>
        </p:nvSpPr>
        <p:spPr>
          <a:xfrm>
            <a:off x="15858983" y="4305300"/>
            <a:ext cx="2075789" cy="659282"/>
          </a:xfrm>
          <a:prstGeom prst="roundRect">
            <a:avLst>
              <a:gd name="adj" fmla="val 11429"/>
            </a:avLst>
          </a:prstGeom>
          <a:solidFill>
            <a:srgbClr val="E0F2F1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B2463EA-EA8A-C858-5AA4-FC321D9CC062}"/>
              </a:ext>
            </a:extLst>
          </p:cNvPr>
          <p:cNvSpPr txBox="1"/>
          <p:nvPr/>
        </p:nvSpPr>
        <p:spPr>
          <a:xfrm>
            <a:off x="15858983" y="4305300"/>
            <a:ext cx="2075789" cy="65928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Agent</a:t>
            </a:r>
            <a:endParaRPr lang="en-US" sz="15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BD44F366-1B52-80D6-5D26-635F4FE27C83}"/>
              </a:ext>
            </a:extLst>
          </p:cNvPr>
          <p:cNvSpPr/>
          <p:nvPr/>
        </p:nvSpPr>
        <p:spPr>
          <a:xfrm>
            <a:off x="9982199" y="5878068"/>
            <a:ext cx="1237489" cy="94183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2794847E-D14D-2618-2422-890B9733E2B1}"/>
              </a:ext>
            </a:extLst>
          </p:cNvPr>
          <p:cNvSpPr txBox="1"/>
          <p:nvPr/>
        </p:nvSpPr>
        <p:spPr>
          <a:xfrm>
            <a:off x="9982199" y="5878068"/>
            <a:ext cx="1237489" cy="941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Safety Agent</a:t>
            </a:r>
            <a:endParaRPr lang="en-US" sz="140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703A86B8-93DF-389B-4A99-B63483767D6E}"/>
              </a:ext>
            </a:extLst>
          </p:cNvPr>
          <p:cNvSpPr/>
          <p:nvPr/>
        </p:nvSpPr>
        <p:spPr>
          <a:xfrm>
            <a:off x="11728703" y="5878068"/>
            <a:ext cx="1237489" cy="94183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E925845-4D5D-1F29-6B51-B793E873179A}"/>
              </a:ext>
            </a:extLst>
          </p:cNvPr>
          <p:cNvSpPr txBox="1"/>
          <p:nvPr/>
        </p:nvSpPr>
        <p:spPr>
          <a:xfrm>
            <a:off x="11728703" y="5878068"/>
            <a:ext cx="1237489" cy="941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/ Geospatial Analysis</a:t>
            </a:r>
            <a:endParaRPr lang="en-US" sz="140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17698F12-B625-0110-1A88-5D233412BBA9}"/>
              </a:ext>
            </a:extLst>
          </p:cNvPr>
          <p:cNvSpPr/>
          <p:nvPr/>
        </p:nvSpPr>
        <p:spPr>
          <a:xfrm>
            <a:off x="13475207" y="5878068"/>
            <a:ext cx="1237489" cy="94183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8C73D871-F250-E377-8D98-751D90E8A70B}"/>
              </a:ext>
            </a:extLst>
          </p:cNvPr>
          <p:cNvSpPr txBox="1"/>
          <p:nvPr/>
        </p:nvSpPr>
        <p:spPr>
          <a:xfrm>
            <a:off x="13475207" y="5878068"/>
            <a:ext cx="1237489" cy="941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Agent</a:t>
            </a:r>
            <a:endParaRPr lang="en-US" sz="140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D535C588-A47D-96E1-4A88-9CAD74979D35}"/>
              </a:ext>
            </a:extLst>
          </p:cNvPr>
          <p:cNvSpPr/>
          <p:nvPr/>
        </p:nvSpPr>
        <p:spPr>
          <a:xfrm>
            <a:off x="15221711" y="5878068"/>
            <a:ext cx="1237489" cy="94183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B4C5DFF4-CC26-208E-D42B-3EE976C908F6}"/>
              </a:ext>
            </a:extLst>
          </p:cNvPr>
          <p:cNvSpPr txBox="1"/>
          <p:nvPr/>
        </p:nvSpPr>
        <p:spPr>
          <a:xfrm>
            <a:off x="15221711" y="5878068"/>
            <a:ext cx="1237489" cy="9418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</a:t>
            </a:r>
            <a:endParaRPr lang="en-US" sz="1400" dirty="0"/>
          </a:p>
        </p:txBody>
      </p:sp>
      <p:sp>
        <p:nvSpPr>
          <p:cNvPr id="59" name="Shape 34">
            <a:extLst>
              <a:ext uri="{FF2B5EF4-FFF2-40B4-BE49-F238E27FC236}">
                <a16:creationId xmlns:a16="http://schemas.microsoft.com/office/drawing/2014/main" id="{0D502FEA-0ABA-D67B-11D3-F88D40626E25}"/>
              </a:ext>
            </a:extLst>
          </p:cNvPr>
          <p:cNvSpPr/>
          <p:nvPr/>
        </p:nvSpPr>
        <p:spPr>
          <a:xfrm>
            <a:off x="16727039" y="5878073"/>
            <a:ext cx="1259997" cy="941827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2435BBD5-187B-E3C5-FF43-5430B0345EE3}"/>
              </a:ext>
            </a:extLst>
          </p:cNvPr>
          <p:cNvSpPr txBox="1"/>
          <p:nvPr/>
        </p:nvSpPr>
        <p:spPr>
          <a:xfrm>
            <a:off x="16885866" y="6041752"/>
            <a:ext cx="976021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Map / Voice Response</a:t>
            </a:r>
            <a:endParaRPr lang="en-US" sz="14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C43DC1-C6B4-C3DA-3519-E5C286B379A8}"/>
              </a:ext>
            </a:extLst>
          </p:cNvPr>
          <p:cNvCxnSpPr/>
          <p:nvPr/>
        </p:nvCxnSpPr>
        <p:spPr>
          <a:xfrm>
            <a:off x="14249400" y="3646932"/>
            <a:ext cx="0" cy="6395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13AF843F-D848-EFA7-219F-210EEAFFF23E}"/>
              </a:ext>
            </a:extLst>
          </p:cNvPr>
          <p:cNvCxnSpPr>
            <a:stCxn id="35" idx="0"/>
            <a:endCxn id="40" idx="0"/>
          </p:cNvCxnSpPr>
          <p:nvPr/>
        </p:nvCxnSpPr>
        <p:spPr>
          <a:xfrm rot="5400000" flipH="1" flipV="1">
            <a:off x="14336558" y="1744980"/>
            <a:ext cx="12700" cy="5120640"/>
          </a:xfrm>
          <a:prstGeom prst="bentConnector3">
            <a:avLst>
              <a:gd name="adj1" fmla="val 3726764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90BCD5-53FF-81CB-B6DC-4A7B98F2CA14}"/>
              </a:ext>
            </a:extLst>
          </p:cNvPr>
          <p:cNvCxnSpPr>
            <a:stCxn id="48" idx="3"/>
            <a:endCxn id="51" idx="1"/>
          </p:cNvCxnSpPr>
          <p:nvPr/>
        </p:nvCxnSpPr>
        <p:spPr>
          <a:xfrm>
            <a:off x="11219688" y="6348984"/>
            <a:ext cx="5090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83EA8D2-A982-A5EA-2274-A71F751B193E}"/>
              </a:ext>
            </a:extLst>
          </p:cNvPr>
          <p:cNvCxnSpPr>
            <a:stCxn id="51" idx="3"/>
            <a:endCxn id="54" idx="1"/>
          </p:cNvCxnSpPr>
          <p:nvPr/>
        </p:nvCxnSpPr>
        <p:spPr>
          <a:xfrm>
            <a:off x="12966192" y="6348984"/>
            <a:ext cx="5090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ED1D0EE3-A9CB-FD4B-6ADE-3A8A13C74BF2}"/>
              </a:ext>
            </a:extLst>
          </p:cNvPr>
          <p:cNvCxnSpPr>
            <a:stCxn id="54" idx="3"/>
            <a:endCxn id="57" idx="1"/>
          </p:cNvCxnSpPr>
          <p:nvPr/>
        </p:nvCxnSpPr>
        <p:spPr>
          <a:xfrm>
            <a:off x="14712696" y="6348984"/>
            <a:ext cx="5090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7F6C85-C144-F838-47C7-B07BF71F9E95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16459200" y="6348984"/>
            <a:ext cx="267839" cy="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89D1C02-5685-34B5-E239-67053AA8D4AD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1776238" y="4964582"/>
            <a:ext cx="12700" cy="34401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3EB4012-1CBD-823B-1C91-446A42F35409}"/>
              </a:ext>
            </a:extLst>
          </p:cNvPr>
          <p:cNvCxnSpPr>
            <a:cxnSpLocks/>
          </p:cNvCxnSpPr>
          <p:nvPr/>
        </p:nvCxnSpPr>
        <p:spPr>
          <a:xfrm>
            <a:off x="14319250" y="4973765"/>
            <a:ext cx="0" cy="5421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AF65187-EB47-A23E-A271-39B8F1744FDE}"/>
              </a:ext>
            </a:extLst>
          </p:cNvPr>
          <p:cNvCxnSpPr>
            <a:cxnSpLocks/>
          </p:cNvCxnSpPr>
          <p:nvPr/>
        </p:nvCxnSpPr>
        <p:spPr>
          <a:xfrm>
            <a:off x="16982532" y="4973765"/>
            <a:ext cx="0" cy="32127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3887149-0918-A345-5D34-1B8A91A50DBE}"/>
              </a:ext>
            </a:extLst>
          </p:cNvPr>
          <p:cNvCxnSpPr/>
          <p:nvPr/>
        </p:nvCxnSpPr>
        <p:spPr>
          <a:xfrm>
            <a:off x="11782588" y="5295900"/>
            <a:ext cx="519994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6CC6ADA5-5A9B-824D-2302-C460ED4FECFF}"/>
              </a:ext>
            </a:extLst>
          </p:cNvPr>
          <p:cNvCxnSpPr>
            <a:cxnSpLocks/>
            <a:endCxn id="48" idx="0"/>
          </p:cNvCxnSpPr>
          <p:nvPr/>
        </p:nvCxnSpPr>
        <p:spPr>
          <a:xfrm rot="10800000" flipV="1">
            <a:off x="10600945" y="5515922"/>
            <a:ext cx="3735615" cy="36214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F0ECBD57-5EE2-DB48-8354-D1365A7E6D22}"/>
              </a:ext>
            </a:extLst>
          </p:cNvPr>
          <p:cNvSpPr/>
          <p:nvPr/>
        </p:nvSpPr>
        <p:spPr>
          <a:xfrm>
            <a:off x="14217840" y="5180098"/>
            <a:ext cx="202819" cy="19386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225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1">
            <a:extLst>
              <a:ext uri="{FF2B5EF4-FFF2-40B4-BE49-F238E27FC236}">
                <a16:creationId xmlns:a16="http://schemas.microsoft.com/office/drawing/2014/main" id="{D7B8455F-8312-E89C-91C1-5FCB1869328B}"/>
              </a:ext>
            </a:extLst>
          </p:cNvPr>
          <p:cNvSpPr/>
          <p:nvPr/>
        </p:nvSpPr>
        <p:spPr>
          <a:xfrm>
            <a:off x="594854" y="1632676"/>
            <a:ext cx="17388346" cy="7520849"/>
          </a:xfrm>
          <a:prstGeom prst="roundRect">
            <a:avLst>
              <a:gd name="adj" fmla="val 292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latin typeface="+mj-lt"/>
            </a:endParaRPr>
          </a:p>
        </p:txBody>
      </p:sp>
      <p:sp>
        <p:nvSpPr>
          <p:cNvPr id="114" name="Text 2">
            <a:extLst>
              <a:ext uri="{FF2B5EF4-FFF2-40B4-BE49-F238E27FC236}">
                <a16:creationId xmlns:a16="http://schemas.microsoft.com/office/drawing/2014/main" id="{4CAE5CAA-761A-3FAC-0082-8203659D642D}"/>
              </a:ext>
            </a:extLst>
          </p:cNvPr>
          <p:cNvSpPr/>
          <p:nvPr/>
        </p:nvSpPr>
        <p:spPr>
          <a:xfrm>
            <a:off x="3548828" y="46134"/>
            <a:ext cx="10188540" cy="75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u="sng" dirty="0">
                <a:solidFill>
                  <a:schemeClr val="tx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TECHNICAL APPROACH</a:t>
            </a:r>
            <a:endParaRPr lang="en-US" sz="4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93C63441-3220-842A-08E9-317116822075}"/>
              </a:ext>
            </a:extLst>
          </p:cNvPr>
          <p:cNvSpPr/>
          <p:nvPr/>
        </p:nvSpPr>
        <p:spPr>
          <a:xfrm>
            <a:off x="871485" y="1430976"/>
            <a:ext cx="6715919" cy="49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50" dirty="0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1CAC39A9-9B54-0372-2E99-5EE7C7C4C0C7}"/>
              </a:ext>
            </a:extLst>
          </p:cNvPr>
          <p:cNvGrpSpPr/>
          <p:nvPr/>
        </p:nvGrpSpPr>
        <p:grpSpPr>
          <a:xfrm>
            <a:off x="15239999" y="2248"/>
            <a:ext cx="2804903" cy="1421223"/>
            <a:chOff x="0" y="0"/>
            <a:chExt cx="4499699" cy="2124672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AA6DA4FF-9959-707C-BFD7-4F12961167E8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6" name="Oval 55" descr="Your startup LOGO">
            <a:extLst>
              <a:ext uri="{FF2B5EF4-FFF2-40B4-BE49-F238E27FC236}">
                <a16:creationId xmlns:a16="http://schemas.microsoft.com/office/drawing/2014/main" id="{2084BD2E-6FB6-74E2-6AE8-11AEBE3E6F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662" cy="1075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0" name="Rounded Rectangle 4">
            <a:extLst>
              <a:ext uri="{FF2B5EF4-FFF2-40B4-BE49-F238E27FC236}">
                <a16:creationId xmlns:a16="http://schemas.microsoft.com/office/drawing/2014/main" id="{752BD977-0A58-F56B-ABE4-97E3DA7AE23C}"/>
              </a:ext>
            </a:extLst>
          </p:cNvPr>
          <p:cNvSpPr/>
          <p:nvPr/>
        </p:nvSpPr>
        <p:spPr>
          <a:xfrm>
            <a:off x="1066800" y="2109788"/>
            <a:ext cx="3890964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1" name="Rounded Rectangle 5">
            <a:extLst>
              <a:ext uri="{FF2B5EF4-FFF2-40B4-BE49-F238E27FC236}">
                <a16:creationId xmlns:a16="http://schemas.microsoft.com/office/drawing/2014/main" id="{0243A220-E880-8983-D1DB-EB099FE752A1}"/>
              </a:ext>
            </a:extLst>
          </p:cNvPr>
          <p:cNvSpPr/>
          <p:nvPr/>
        </p:nvSpPr>
        <p:spPr>
          <a:xfrm>
            <a:off x="5300662" y="2109788"/>
            <a:ext cx="3728047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2" name="Rounded Rectangle 6">
            <a:extLst>
              <a:ext uri="{FF2B5EF4-FFF2-40B4-BE49-F238E27FC236}">
                <a16:creationId xmlns:a16="http://schemas.microsoft.com/office/drawing/2014/main" id="{B78D81FB-ADC9-0EA6-4D50-44509F6E62DE}"/>
              </a:ext>
            </a:extLst>
          </p:cNvPr>
          <p:cNvSpPr/>
          <p:nvPr/>
        </p:nvSpPr>
        <p:spPr>
          <a:xfrm>
            <a:off x="9315451" y="2109788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3" name="Rounded Rectangle 7">
            <a:extLst>
              <a:ext uri="{FF2B5EF4-FFF2-40B4-BE49-F238E27FC236}">
                <a16:creationId xmlns:a16="http://schemas.microsoft.com/office/drawing/2014/main" id="{23FFE313-8827-3E04-AD4E-DC0E2623AE9E}"/>
              </a:ext>
            </a:extLst>
          </p:cNvPr>
          <p:cNvSpPr/>
          <p:nvPr/>
        </p:nvSpPr>
        <p:spPr>
          <a:xfrm>
            <a:off x="13330238" y="2109788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4" name="Rounded Rectangle 8">
            <a:extLst>
              <a:ext uri="{FF2B5EF4-FFF2-40B4-BE49-F238E27FC236}">
                <a16:creationId xmlns:a16="http://schemas.microsoft.com/office/drawing/2014/main" id="{5FCF27EA-1CF8-D317-76BC-EAC9AF04CA8F}"/>
              </a:ext>
            </a:extLst>
          </p:cNvPr>
          <p:cNvSpPr/>
          <p:nvPr/>
        </p:nvSpPr>
        <p:spPr>
          <a:xfrm>
            <a:off x="1285876" y="5774531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7" name="Rounded Rectangle 9">
            <a:extLst>
              <a:ext uri="{FF2B5EF4-FFF2-40B4-BE49-F238E27FC236}">
                <a16:creationId xmlns:a16="http://schemas.microsoft.com/office/drawing/2014/main" id="{5324E423-B5E3-4F8B-2F81-A1D72D33F382}"/>
              </a:ext>
            </a:extLst>
          </p:cNvPr>
          <p:cNvSpPr/>
          <p:nvPr/>
        </p:nvSpPr>
        <p:spPr>
          <a:xfrm>
            <a:off x="5300663" y="5774531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8" name="Rounded Rectangle 10">
            <a:extLst>
              <a:ext uri="{FF2B5EF4-FFF2-40B4-BE49-F238E27FC236}">
                <a16:creationId xmlns:a16="http://schemas.microsoft.com/office/drawing/2014/main" id="{E96FFCF3-11DF-5ED0-A5F9-B638962CB4E8}"/>
              </a:ext>
            </a:extLst>
          </p:cNvPr>
          <p:cNvSpPr/>
          <p:nvPr/>
        </p:nvSpPr>
        <p:spPr>
          <a:xfrm>
            <a:off x="9315451" y="5774531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" name="Rounded Rectangle 11">
            <a:extLst>
              <a:ext uri="{FF2B5EF4-FFF2-40B4-BE49-F238E27FC236}">
                <a16:creationId xmlns:a16="http://schemas.microsoft.com/office/drawing/2014/main" id="{C53E7B04-F6FA-5350-7146-6EE86ADC7546}"/>
              </a:ext>
            </a:extLst>
          </p:cNvPr>
          <p:cNvSpPr/>
          <p:nvPr/>
        </p:nvSpPr>
        <p:spPr>
          <a:xfrm>
            <a:off x="13330238" y="5774531"/>
            <a:ext cx="3671888" cy="2978943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83D8AC6-0B1A-1533-B3F5-7CFB418AB964}"/>
              </a:ext>
            </a:extLst>
          </p:cNvPr>
          <p:cNvSpPr/>
          <p:nvPr/>
        </p:nvSpPr>
        <p:spPr>
          <a:xfrm>
            <a:off x="2057400" y="8939213"/>
            <a:ext cx="28575" cy="21431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350CC24-ED1C-17A2-ABFF-FC6A92BFE9AB}"/>
              </a:ext>
            </a:extLst>
          </p:cNvPr>
          <p:cNvSpPr/>
          <p:nvPr/>
        </p:nvSpPr>
        <p:spPr>
          <a:xfrm>
            <a:off x="14158913" y="8810625"/>
            <a:ext cx="28575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3" name="Rounded Rectangle 17">
            <a:extLst>
              <a:ext uri="{FF2B5EF4-FFF2-40B4-BE49-F238E27FC236}">
                <a16:creationId xmlns:a16="http://schemas.microsoft.com/office/drawing/2014/main" id="{435D193F-7F95-28CB-0006-BEB3BBEEF87B}"/>
              </a:ext>
            </a:extLst>
          </p:cNvPr>
          <p:cNvSpPr/>
          <p:nvPr/>
        </p:nvSpPr>
        <p:spPr>
          <a:xfrm>
            <a:off x="1471613" y="2295525"/>
            <a:ext cx="285688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" name="Rounded Rectangle 18">
            <a:extLst>
              <a:ext uri="{FF2B5EF4-FFF2-40B4-BE49-F238E27FC236}">
                <a16:creationId xmlns:a16="http://schemas.microsoft.com/office/drawing/2014/main" id="{455CEDC1-3FC3-9661-FE1F-7873BE1EFFBD}"/>
              </a:ext>
            </a:extLst>
          </p:cNvPr>
          <p:cNvSpPr/>
          <p:nvPr/>
        </p:nvSpPr>
        <p:spPr>
          <a:xfrm>
            <a:off x="1285875" y="2752725"/>
            <a:ext cx="1148182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" name="Rounded Rectangle 19">
            <a:extLst>
              <a:ext uri="{FF2B5EF4-FFF2-40B4-BE49-F238E27FC236}">
                <a16:creationId xmlns:a16="http://schemas.microsoft.com/office/drawing/2014/main" id="{C43384A1-A1C1-BCD0-6F54-098542976AFC}"/>
              </a:ext>
            </a:extLst>
          </p:cNvPr>
          <p:cNvSpPr/>
          <p:nvPr/>
        </p:nvSpPr>
        <p:spPr>
          <a:xfrm>
            <a:off x="2526848" y="2752725"/>
            <a:ext cx="1106867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" name="Rounded Rectangle 20">
            <a:extLst>
              <a:ext uri="{FF2B5EF4-FFF2-40B4-BE49-F238E27FC236}">
                <a16:creationId xmlns:a16="http://schemas.microsoft.com/office/drawing/2014/main" id="{1D12E550-7659-1AE1-D7A9-32925E46C8E5}"/>
              </a:ext>
            </a:extLst>
          </p:cNvPr>
          <p:cNvSpPr/>
          <p:nvPr/>
        </p:nvSpPr>
        <p:spPr>
          <a:xfrm>
            <a:off x="3748237" y="2752725"/>
            <a:ext cx="1023790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9" name="Rounded Rectangle 21">
            <a:extLst>
              <a:ext uri="{FF2B5EF4-FFF2-40B4-BE49-F238E27FC236}">
                <a16:creationId xmlns:a16="http://schemas.microsoft.com/office/drawing/2014/main" id="{91C354DB-9122-BAE8-763F-B6068CAE08FA}"/>
              </a:ext>
            </a:extLst>
          </p:cNvPr>
          <p:cNvSpPr/>
          <p:nvPr/>
        </p:nvSpPr>
        <p:spPr>
          <a:xfrm>
            <a:off x="5486400" y="22955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" name="Rounded Rectangle 22">
            <a:extLst>
              <a:ext uri="{FF2B5EF4-FFF2-40B4-BE49-F238E27FC236}">
                <a16:creationId xmlns:a16="http://schemas.microsoft.com/office/drawing/2014/main" id="{82AD133C-92A9-0AA4-8657-C83AC42A39BD}"/>
              </a:ext>
            </a:extLst>
          </p:cNvPr>
          <p:cNvSpPr/>
          <p:nvPr/>
        </p:nvSpPr>
        <p:spPr>
          <a:xfrm>
            <a:off x="5486400" y="2752725"/>
            <a:ext cx="1024011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1" name="Rounded Rectangle 23">
            <a:extLst>
              <a:ext uri="{FF2B5EF4-FFF2-40B4-BE49-F238E27FC236}">
                <a16:creationId xmlns:a16="http://schemas.microsoft.com/office/drawing/2014/main" id="{1EC4C90C-CF6F-460A-240F-253077E92588}"/>
              </a:ext>
            </a:extLst>
          </p:cNvPr>
          <p:cNvSpPr/>
          <p:nvPr/>
        </p:nvSpPr>
        <p:spPr>
          <a:xfrm>
            <a:off x="6604835" y="2752725"/>
            <a:ext cx="1114882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3" name="Rounded Rectangle 24">
            <a:extLst>
              <a:ext uri="{FF2B5EF4-FFF2-40B4-BE49-F238E27FC236}">
                <a16:creationId xmlns:a16="http://schemas.microsoft.com/office/drawing/2014/main" id="{A6D8990A-D771-FDF7-CB0E-D22F59139F28}"/>
              </a:ext>
            </a:extLst>
          </p:cNvPr>
          <p:cNvSpPr/>
          <p:nvPr/>
        </p:nvSpPr>
        <p:spPr>
          <a:xfrm>
            <a:off x="7763024" y="2752725"/>
            <a:ext cx="1024011" cy="2150268"/>
          </a:xfrm>
          <a:prstGeom prst="roundRect">
            <a:avLst>
              <a:gd name="adj" fmla="val 111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" name="Rounded Rectangle 25">
            <a:extLst>
              <a:ext uri="{FF2B5EF4-FFF2-40B4-BE49-F238E27FC236}">
                <a16:creationId xmlns:a16="http://schemas.microsoft.com/office/drawing/2014/main" id="{DE9C2837-3028-2395-C350-ABC79E72478E}"/>
              </a:ext>
            </a:extLst>
          </p:cNvPr>
          <p:cNvSpPr/>
          <p:nvPr/>
        </p:nvSpPr>
        <p:spPr>
          <a:xfrm>
            <a:off x="9501188" y="22955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6" name="Rounded Rectangle 26">
            <a:extLst>
              <a:ext uri="{FF2B5EF4-FFF2-40B4-BE49-F238E27FC236}">
                <a16:creationId xmlns:a16="http://schemas.microsoft.com/office/drawing/2014/main" id="{5EA67D34-DAF0-2B8B-F55C-CAE900B6604E}"/>
              </a:ext>
            </a:extLst>
          </p:cNvPr>
          <p:cNvSpPr/>
          <p:nvPr/>
        </p:nvSpPr>
        <p:spPr>
          <a:xfrm>
            <a:off x="9501188" y="2752725"/>
            <a:ext cx="1071563" cy="2150268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7" name="Rounded Rectangle 27">
            <a:extLst>
              <a:ext uri="{FF2B5EF4-FFF2-40B4-BE49-F238E27FC236}">
                <a16:creationId xmlns:a16="http://schemas.microsoft.com/office/drawing/2014/main" id="{B03E12AB-CDCF-E27B-FDE2-14C337BE7B3C}"/>
              </a:ext>
            </a:extLst>
          </p:cNvPr>
          <p:cNvSpPr/>
          <p:nvPr/>
        </p:nvSpPr>
        <p:spPr>
          <a:xfrm>
            <a:off x="10643743" y="2752725"/>
            <a:ext cx="1150928" cy="21502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" name="Rounded Rectangle 28">
            <a:extLst>
              <a:ext uri="{FF2B5EF4-FFF2-40B4-BE49-F238E27FC236}">
                <a16:creationId xmlns:a16="http://schemas.microsoft.com/office/drawing/2014/main" id="{179F4791-442E-E010-6850-3169D595F277}"/>
              </a:ext>
            </a:extLst>
          </p:cNvPr>
          <p:cNvSpPr/>
          <p:nvPr/>
        </p:nvSpPr>
        <p:spPr>
          <a:xfrm>
            <a:off x="11830050" y="2752725"/>
            <a:ext cx="971550" cy="2150268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9" name="Rounded Rectangle 29">
            <a:extLst>
              <a:ext uri="{FF2B5EF4-FFF2-40B4-BE49-F238E27FC236}">
                <a16:creationId xmlns:a16="http://schemas.microsoft.com/office/drawing/2014/main" id="{1ED39E06-C852-7DDD-635D-B5890CF0DDDA}"/>
              </a:ext>
            </a:extLst>
          </p:cNvPr>
          <p:cNvSpPr/>
          <p:nvPr/>
        </p:nvSpPr>
        <p:spPr>
          <a:xfrm>
            <a:off x="13515975" y="229552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0" name="Rounded Rectangle 30">
            <a:extLst>
              <a:ext uri="{FF2B5EF4-FFF2-40B4-BE49-F238E27FC236}">
                <a16:creationId xmlns:a16="http://schemas.microsoft.com/office/drawing/2014/main" id="{F0582C78-7193-A338-69B2-34C2C89B4820}"/>
              </a:ext>
            </a:extLst>
          </p:cNvPr>
          <p:cNvSpPr/>
          <p:nvPr/>
        </p:nvSpPr>
        <p:spPr>
          <a:xfrm>
            <a:off x="13515976" y="2752725"/>
            <a:ext cx="1100138" cy="2150268"/>
          </a:xfrm>
          <a:prstGeom prst="roundRect">
            <a:avLst>
              <a:gd name="adj" fmla="val 103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1" name="Rounded Rectangle 31">
            <a:extLst>
              <a:ext uri="{FF2B5EF4-FFF2-40B4-BE49-F238E27FC236}">
                <a16:creationId xmlns:a16="http://schemas.microsoft.com/office/drawing/2014/main" id="{0925D8FB-76CB-355B-4114-888A2164E3E7}"/>
              </a:ext>
            </a:extLst>
          </p:cNvPr>
          <p:cNvSpPr/>
          <p:nvPr/>
        </p:nvSpPr>
        <p:spPr>
          <a:xfrm>
            <a:off x="14730413" y="2752725"/>
            <a:ext cx="1071563" cy="2150268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3" name="Rounded Rectangle 32">
            <a:extLst>
              <a:ext uri="{FF2B5EF4-FFF2-40B4-BE49-F238E27FC236}">
                <a16:creationId xmlns:a16="http://schemas.microsoft.com/office/drawing/2014/main" id="{2E87AB4B-EC38-40BB-C2FC-41C0323DDAD3}"/>
              </a:ext>
            </a:extLst>
          </p:cNvPr>
          <p:cNvSpPr/>
          <p:nvPr/>
        </p:nvSpPr>
        <p:spPr>
          <a:xfrm>
            <a:off x="15916276" y="2752725"/>
            <a:ext cx="900113" cy="2150268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" name="Rounded Rectangle 33">
            <a:extLst>
              <a:ext uri="{FF2B5EF4-FFF2-40B4-BE49-F238E27FC236}">
                <a16:creationId xmlns:a16="http://schemas.microsoft.com/office/drawing/2014/main" id="{8FFD568F-E201-BA25-8241-457B257F13CD}"/>
              </a:ext>
            </a:extLst>
          </p:cNvPr>
          <p:cNvSpPr/>
          <p:nvPr/>
        </p:nvSpPr>
        <p:spPr>
          <a:xfrm>
            <a:off x="1471613" y="6346031"/>
            <a:ext cx="3300413" cy="2221706"/>
          </a:xfrm>
          <a:prstGeom prst="roundRect">
            <a:avLst>
              <a:gd name="adj" fmla="val 51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7" name="Rounded Rectangle 34">
            <a:extLst>
              <a:ext uri="{FF2B5EF4-FFF2-40B4-BE49-F238E27FC236}">
                <a16:creationId xmlns:a16="http://schemas.microsoft.com/office/drawing/2014/main" id="{B5A13DC0-2C6D-071F-A5DA-2F2863FA439F}"/>
              </a:ext>
            </a:extLst>
          </p:cNvPr>
          <p:cNvSpPr/>
          <p:nvPr/>
        </p:nvSpPr>
        <p:spPr>
          <a:xfrm>
            <a:off x="5486401" y="6346031"/>
            <a:ext cx="3300413" cy="2221706"/>
          </a:xfrm>
          <a:prstGeom prst="roundRect">
            <a:avLst>
              <a:gd name="adj" fmla="val 51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9" name="Rounded Rectangle 35">
            <a:extLst>
              <a:ext uri="{FF2B5EF4-FFF2-40B4-BE49-F238E27FC236}">
                <a16:creationId xmlns:a16="http://schemas.microsoft.com/office/drawing/2014/main" id="{56DD58E2-5C18-B43F-4F10-C865DD07FB55}"/>
              </a:ext>
            </a:extLst>
          </p:cNvPr>
          <p:cNvSpPr/>
          <p:nvPr/>
        </p:nvSpPr>
        <p:spPr>
          <a:xfrm>
            <a:off x="9501188" y="6346031"/>
            <a:ext cx="3300413" cy="2221706"/>
          </a:xfrm>
          <a:prstGeom prst="roundRect">
            <a:avLst>
              <a:gd name="adj" fmla="val 51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1" name="Rounded Rectangle 36">
            <a:extLst>
              <a:ext uri="{FF2B5EF4-FFF2-40B4-BE49-F238E27FC236}">
                <a16:creationId xmlns:a16="http://schemas.microsoft.com/office/drawing/2014/main" id="{4100B66B-7F77-A09C-2F40-ABEF79B402F8}"/>
              </a:ext>
            </a:extLst>
          </p:cNvPr>
          <p:cNvSpPr/>
          <p:nvPr/>
        </p:nvSpPr>
        <p:spPr>
          <a:xfrm>
            <a:off x="13515976" y="6346031"/>
            <a:ext cx="1593056" cy="2221706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3" name="Rounded Rectangle 37">
            <a:extLst>
              <a:ext uri="{FF2B5EF4-FFF2-40B4-BE49-F238E27FC236}">
                <a16:creationId xmlns:a16="http://schemas.microsoft.com/office/drawing/2014/main" id="{7F492400-CFBC-C99C-ADF0-0813F583A472}"/>
              </a:ext>
            </a:extLst>
          </p:cNvPr>
          <p:cNvSpPr/>
          <p:nvPr/>
        </p:nvSpPr>
        <p:spPr>
          <a:xfrm>
            <a:off x="15223331" y="6346031"/>
            <a:ext cx="1593056" cy="2221706"/>
          </a:xfrm>
          <a:prstGeom prst="roundRect">
            <a:avLst>
              <a:gd name="adj" fmla="val 71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b="1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58" name="Picture 157" descr="image.png">
            <a:extLst>
              <a:ext uri="{FF2B5EF4-FFF2-40B4-BE49-F238E27FC236}">
                <a16:creationId xmlns:a16="http://schemas.microsoft.com/office/drawing/2014/main" id="{7A34FD13-B627-115A-492D-D89C72B61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225" y="3100569"/>
            <a:ext cx="342826" cy="457100"/>
          </a:xfrm>
          <a:prstGeom prst="rect">
            <a:avLst/>
          </a:prstGeom>
        </p:spPr>
      </p:pic>
      <p:pic>
        <p:nvPicPr>
          <p:cNvPr id="161" name="Picture 160" descr="image.png">
            <a:extLst>
              <a:ext uri="{FF2B5EF4-FFF2-40B4-BE49-F238E27FC236}">
                <a16:creationId xmlns:a16="http://schemas.microsoft.com/office/drawing/2014/main" id="{814BEEB7-8145-0937-2C08-7593595F4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484" y="3128664"/>
            <a:ext cx="374109" cy="415677"/>
          </a:xfrm>
          <a:prstGeom prst="rect">
            <a:avLst/>
          </a:prstGeom>
        </p:spPr>
      </p:pic>
      <p:pic>
        <p:nvPicPr>
          <p:cNvPr id="164" name="Picture 163" descr="image.png">
            <a:extLst>
              <a:ext uri="{FF2B5EF4-FFF2-40B4-BE49-F238E27FC236}">
                <a16:creationId xmlns:a16="http://schemas.microsoft.com/office/drawing/2014/main" id="{05291EB4-CC27-015A-C070-DDDAF78F44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21071" y="3191068"/>
            <a:ext cx="417595" cy="417595"/>
          </a:xfrm>
          <a:prstGeom prst="rect">
            <a:avLst/>
          </a:prstGeom>
        </p:spPr>
      </p:pic>
      <p:pic>
        <p:nvPicPr>
          <p:cNvPr id="165" name="Picture 164" descr="image.png">
            <a:extLst>
              <a:ext uri="{FF2B5EF4-FFF2-40B4-BE49-F238E27FC236}">
                <a16:creationId xmlns:a16="http://schemas.microsoft.com/office/drawing/2014/main" id="{84C94D0A-B816-F433-3D6D-67C44FC21B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58440" y="3252810"/>
            <a:ext cx="457201" cy="397565"/>
          </a:xfrm>
          <a:prstGeom prst="rect">
            <a:avLst/>
          </a:prstGeom>
        </p:spPr>
      </p:pic>
      <p:pic>
        <p:nvPicPr>
          <p:cNvPr id="166" name="Picture 165" descr="image.png">
            <a:extLst>
              <a:ext uri="{FF2B5EF4-FFF2-40B4-BE49-F238E27FC236}">
                <a16:creationId xmlns:a16="http://schemas.microsoft.com/office/drawing/2014/main" id="{248B89AB-1BE6-87CC-72C0-B81FD848B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62593" y="3278965"/>
            <a:ext cx="407196" cy="452440"/>
          </a:xfrm>
          <a:prstGeom prst="rect">
            <a:avLst/>
          </a:prstGeom>
        </p:spPr>
      </p:pic>
      <p:pic>
        <p:nvPicPr>
          <p:cNvPr id="167" name="Picture 166" descr="image.png">
            <a:extLst>
              <a:ext uri="{FF2B5EF4-FFF2-40B4-BE49-F238E27FC236}">
                <a16:creationId xmlns:a16="http://schemas.microsoft.com/office/drawing/2014/main" id="{36043F57-8AD5-FEC3-25DD-A95ADEABF5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44875" y="3344126"/>
            <a:ext cx="413349" cy="413349"/>
          </a:xfrm>
          <a:prstGeom prst="rect">
            <a:avLst/>
          </a:prstGeom>
        </p:spPr>
      </p:pic>
      <p:pic>
        <p:nvPicPr>
          <p:cNvPr id="171" name="Picture 170" descr="image.png">
            <a:extLst>
              <a:ext uri="{FF2B5EF4-FFF2-40B4-BE49-F238E27FC236}">
                <a16:creationId xmlns:a16="http://schemas.microsoft.com/office/drawing/2014/main" id="{04056C4B-2769-7A33-77E7-051C630B6B2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24659" y="6927149"/>
            <a:ext cx="335756" cy="516546"/>
          </a:xfrm>
          <a:prstGeom prst="rect">
            <a:avLst/>
          </a:prstGeom>
        </p:spPr>
      </p:pic>
      <p:pic>
        <p:nvPicPr>
          <p:cNvPr id="172" name="Picture 171" descr="image.png">
            <a:extLst>
              <a:ext uri="{FF2B5EF4-FFF2-40B4-BE49-F238E27FC236}">
                <a16:creationId xmlns:a16="http://schemas.microsoft.com/office/drawing/2014/main" id="{2C4288ED-266B-CFAD-DD06-0FD6A4419A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83842" y="6927149"/>
            <a:ext cx="361033" cy="401148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47B18990-B2D2-705A-04E5-E103280F8212}"/>
              </a:ext>
            </a:extLst>
          </p:cNvPr>
          <p:cNvSpPr txBox="1"/>
          <p:nvPr/>
        </p:nvSpPr>
        <p:spPr>
          <a:xfrm>
            <a:off x="1471613" y="5944315"/>
            <a:ext cx="101188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latin typeface="+mj-lt"/>
              </a:rPr>
              <a:t>Cache Layer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D9CACBA-32FB-C00E-F966-2992F243BA38}"/>
              </a:ext>
            </a:extLst>
          </p:cNvPr>
          <p:cNvSpPr txBox="1"/>
          <p:nvPr/>
        </p:nvSpPr>
        <p:spPr>
          <a:xfrm>
            <a:off x="5486401" y="5944315"/>
            <a:ext cx="141923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latin typeface="+mj-lt"/>
              </a:rPr>
              <a:t>Spatial Database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36EFA1F-D02E-7F05-4486-EFC69371003F}"/>
              </a:ext>
            </a:extLst>
          </p:cNvPr>
          <p:cNvSpPr txBox="1"/>
          <p:nvPr/>
        </p:nvSpPr>
        <p:spPr>
          <a:xfrm>
            <a:off x="9501188" y="5944315"/>
            <a:ext cx="179914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latin typeface="+mj-lt"/>
              </a:rPr>
              <a:t>Execution &amp; Sandbox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18C1CA1-F47C-AB74-C1F7-B3CCC07D9C35}"/>
              </a:ext>
            </a:extLst>
          </p:cNvPr>
          <p:cNvSpPr txBox="1"/>
          <p:nvPr/>
        </p:nvSpPr>
        <p:spPr>
          <a:xfrm>
            <a:off x="13515975" y="5944315"/>
            <a:ext cx="19382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 dirty="0">
                <a:latin typeface="+mj-lt"/>
              </a:rPr>
              <a:t>Deployment &amp; Logging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D08D6C3-4A3A-76ED-25AA-75D39A3ACC75}"/>
              </a:ext>
            </a:extLst>
          </p:cNvPr>
          <p:cNvSpPr txBox="1"/>
          <p:nvPr/>
        </p:nvSpPr>
        <p:spPr>
          <a:xfrm>
            <a:off x="1257300" y="2315290"/>
            <a:ext cx="71422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latin typeface="+mj-lt"/>
              </a:rPr>
              <a:t>1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87FEFA5A-633F-8778-5764-81807368CFBC}"/>
              </a:ext>
            </a:extLst>
          </p:cNvPr>
          <p:cNvSpPr txBox="1"/>
          <p:nvPr/>
        </p:nvSpPr>
        <p:spPr>
          <a:xfrm>
            <a:off x="1871663" y="2331244"/>
            <a:ext cx="127879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latin typeface="+mj-lt"/>
              </a:rPr>
              <a:t>Frontend Layer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CE8D285-301D-2B61-B562-FD4EB45D8E21}"/>
              </a:ext>
            </a:extLst>
          </p:cNvPr>
          <p:cNvSpPr txBox="1"/>
          <p:nvPr/>
        </p:nvSpPr>
        <p:spPr>
          <a:xfrm>
            <a:off x="5272088" y="2315290"/>
            <a:ext cx="71437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latin typeface="+mj-lt"/>
              </a:rPr>
              <a:t>2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1DB7BE14-6144-A458-FBBD-DB3E69F56293}"/>
              </a:ext>
            </a:extLst>
          </p:cNvPr>
          <p:cNvSpPr txBox="1"/>
          <p:nvPr/>
        </p:nvSpPr>
        <p:spPr>
          <a:xfrm>
            <a:off x="5886450" y="2331244"/>
            <a:ext cx="71891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latin typeface="+mj-lt"/>
              </a:rPr>
              <a:t>Backend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B037DC7A-CD57-A988-D4C7-1E9555FE440D}"/>
              </a:ext>
            </a:extLst>
          </p:cNvPr>
          <p:cNvSpPr txBox="1"/>
          <p:nvPr/>
        </p:nvSpPr>
        <p:spPr>
          <a:xfrm>
            <a:off x="9286875" y="2315290"/>
            <a:ext cx="71437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latin typeface="+mj-lt"/>
              </a:rPr>
              <a:t>3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3022DE1-7FC2-AC26-9BF4-104C1B52306A}"/>
              </a:ext>
            </a:extLst>
          </p:cNvPr>
          <p:cNvSpPr txBox="1"/>
          <p:nvPr/>
        </p:nvSpPr>
        <p:spPr>
          <a:xfrm>
            <a:off x="9901238" y="2331244"/>
            <a:ext cx="17693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latin typeface="+mj-lt"/>
              </a:rPr>
              <a:t>Model Orchestration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E94F7EF3-9782-8FF1-2147-927816D2C93D}"/>
              </a:ext>
            </a:extLst>
          </p:cNvPr>
          <p:cNvSpPr txBox="1"/>
          <p:nvPr/>
        </p:nvSpPr>
        <p:spPr>
          <a:xfrm>
            <a:off x="13301663" y="2315290"/>
            <a:ext cx="71437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>
                <a:latin typeface="+mj-lt"/>
              </a:rPr>
              <a:t>4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BFD35D0-AD2A-8BB8-5DE1-71FC4E2A71AF}"/>
              </a:ext>
            </a:extLst>
          </p:cNvPr>
          <p:cNvSpPr txBox="1"/>
          <p:nvPr/>
        </p:nvSpPr>
        <p:spPr>
          <a:xfrm>
            <a:off x="13916026" y="2331244"/>
            <a:ext cx="141987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dirty="0">
                <a:latin typeface="+mj-lt"/>
              </a:rPr>
              <a:t>Workflow &amp; Geo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4FA6D6F-4CEB-7351-9DEF-6054CDAA3846}"/>
              </a:ext>
            </a:extLst>
          </p:cNvPr>
          <p:cNvSpPr txBox="1"/>
          <p:nvPr/>
        </p:nvSpPr>
        <p:spPr>
          <a:xfrm>
            <a:off x="1524000" y="3842147"/>
            <a:ext cx="708567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600" b="1" dirty="0">
                <a:latin typeface="+mj-lt"/>
              </a:rPr>
              <a:t>React</a:t>
            </a:r>
            <a:r>
              <a:rPr sz="1600" b="1" dirty="0">
                <a:latin typeface="+mj-lt"/>
              </a:rPr>
              <a:t>.js 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6AE3B92-F518-CA36-F649-79D697B9EA71}"/>
              </a:ext>
            </a:extLst>
          </p:cNvPr>
          <p:cNvSpPr txBox="1"/>
          <p:nvPr/>
        </p:nvSpPr>
        <p:spPr>
          <a:xfrm>
            <a:off x="1372100" y="4226274"/>
            <a:ext cx="1012366" cy="169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Frontend UI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635BCB59-AC98-72EE-4E3C-8DDB15AFDCC1}"/>
              </a:ext>
            </a:extLst>
          </p:cNvPr>
          <p:cNvSpPr txBox="1"/>
          <p:nvPr/>
        </p:nvSpPr>
        <p:spPr>
          <a:xfrm>
            <a:off x="2767297" y="3765128"/>
            <a:ext cx="708887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Tailwind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60D81B76-CB2B-E136-4803-D4840D483AB3}"/>
              </a:ext>
            </a:extLst>
          </p:cNvPr>
          <p:cNvSpPr txBox="1"/>
          <p:nvPr/>
        </p:nvSpPr>
        <p:spPr>
          <a:xfrm>
            <a:off x="2467050" y="4112800"/>
            <a:ext cx="1300612" cy="4773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lang="en-US" sz="1600" b="1" dirty="0">
                <a:latin typeface="+mj-lt"/>
              </a:rPr>
              <a:t>Design and </a:t>
            </a:r>
          </a:p>
          <a:p>
            <a:pPr algn="ctr">
              <a:lnSpc>
                <a:spcPts val="1215"/>
              </a:lnSpc>
            </a:pPr>
            <a:endParaRPr lang="en-US" sz="1600" b="1" dirty="0">
              <a:latin typeface="+mj-lt"/>
            </a:endParaRPr>
          </a:p>
          <a:p>
            <a:pPr algn="ctr">
              <a:lnSpc>
                <a:spcPts val="1215"/>
              </a:lnSpc>
            </a:pPr>
            <a:r>
              <a:rPr lang="en-US" sz="1600" b="1" dirty="0">
                <a:latin typeface="+mj-lt"/>
              </a:rPr>
              <a:t>style</a:t>
            </a:r>
            <a:endParaRPr sz="1600" b="1" dirty="0">
              <a:latin typeface="+mj-lt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FB9B4E42-2BEB-BD3E-749A-F5DE0C8A82DA}"/>
              </a:ext>
            </a:extLst>
          </p:cNvPr>
          <p:cNvSpPr txBox="1"/>
          <p:nvPr/>
        </p:nvSpPr>
        <p:spPr>
          <a:xfrm>
            <a:off x="3877460" y="3842147"/>
            <a:ext cx="765174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Leaflet.js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0F19ED5-5CFA-FEE7-4BA4-16ED7AB9AA49}"/>
              </a:ext>
            </a:extLst>
          </p:cNvPr>
          <p:cNvSpPr txBox="1"/>
          <p:nvPr/>
        </p:nvSpPr>
        <p:spPr>
          <a:xfrm>
            <a:off x="3752061" y="4189819"/>
            <a:ext cx="972339" cy="323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Marin</a:t>
            </a:r>
            <a:r>
              <a:rPr lang="en-IN" sz="1600" b="1" dirty="0">
                <a:latin typeface="+mj-lt"/>
              </a:rPr>
              <a:t>e</a:t>
            </a:r>
          </a:p>
          <a:p>
            <a:pPr algn="ctr">
              <a:lnSpc>
                <a:spcPts val="1215"/>
              </a:lnSpc>
            </a:pPr>
            <a:r>
              <a:rPr lang="en-US" sz="1600" b="1" dirty="0">
                <a:latin typeface="+mj-lt"/>
              </a:rPr>
              <a:t>Maps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2CA3123F-170A-3B08-A080-835B35725929}"/>
              </a:ext>
            </a:extLst>
          </p:cNvPr>
          <p:cNvSpPr txBox="1"/>
          <p:nvPr/>
        </p:nvSpPr>
        <p:spPr>
          <a:xfrm>
            <a:off x="5678494" y="3842147"/>
            <a:ext cx="639599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600" b="1" dirty="0">
                <a:latin typeface="+mj-lt"/>
              </a:rPr>
              <a:t>Node js</a:t>
            </a:r>
            <a:endParaRPr sz="1600" b="1" dirty="0">
              <a:latin typeface="+mj-lt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0B7C3030-CFD4-BAD5-9DED-B8A804B9CD39}"/>
              </a:ext>
            </a:extLst>
          </p:cNvPr>
          <p:cNvSpPr txBox="1"/>
          <p:nvPr/>
        </p:nvSpPr>
        <p:spPr>
          <a:xfrm>
            <a:off x="6823986" y="3842147"/>
            <a:ext cx="625236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600" b="1" dirty="0">
                <a:latin typeface="+mj-lt"/>
                <a:cs typeface="Arial" panose="020B0604020202020204" pitchFamily="34" charset="0"/>
              </a:rPr>
              <a:t>FastApi</a:t>
            </a:r>
            <a:endParaRPr sz="1600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F69B8253-7773-AC18-EA05-51AD48A478BF}"/>
              </a:ext>
            </a:extLst>
          </p:cNvPr>
          <p:cNvSpPr txBox="1"/>
          <p:nvPr/>
        </p:nvSpPr>
        <p:spPr>
          <a:xfrm>
            <a:off x="7587404" y="3747938"/>
            <a:ext cx="137525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JWT / Auth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3EF2527-4D88-6E51-F602-BE2E9D56E60E}"/>
              </a:ext>
            </a:extLst>
          </p:cNvPr>
          <p:cNvSpPr txBox="1"/>
          <p:nvPr/>
        </p:nvSpPr>
        <p:spPr>
          <a:xfrm>
            <a:off x="7770592" y="4165111"/>
            <a:ext cx="1029116" cy="323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bcrypt Tokens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883CA087-8036-4869-B743-5AC80BCA3C49}"/>
              </a:ext>
            </a:extLst>
          </p:cNvPr>
          <p:cNvSpPr txBox="1"/>
          <p:nvPr/>
        </p:nvSpPr>
        <p:spPr>
          <a:xfrm>
            <a:off x="9577548" y="3842147"/>
            <a:ext cx="91884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LangGraph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99987FDC-DBAB-93F8-F732-7ABD092993CF}"/>
              </a:ext>
            </a:extLst>
          </p:cNvPr>
          <p:cNvSpPr txBox="1"/>
          <p:nvPr/>
        </p:nvSpPr>
        <p:spPr>
          <a:xfrm>
            <a:off x="9544494" y="4087713"/>
            <a:ext cx="984950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Agent State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689A01CD-FDF0-13BC-9124-1E5A1DBBB03A}"/>
              </a:ext>
            </a:extLst>
          </p:cNvPr>
          <p:cNvSpPr txBox="1"/>
          <p:nvPr/>
        </p:nvSpPr>
        <p:spPr>
          <a:xfrm>
            <a:off x="10762977" y="3842147"/>
            <a:ext cx="876843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LangChain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CCF4D53D-CA0C-A0C1-D63C-5317D9654B1A}"/>
              </a:ext>
            </a:extLst>
          </p:cNvPr>
          <p:cNvSpPr txBox="1"/>
          <p:nvPr/>
        </p:nvSpPr>
        <p:spPr>
          <a:xfrm>
            <a:off x="10818283" y="4087713"/>
            <a:ext cx="766235" cy="323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LLM </a:t>
            </a:r>
            <a:endParaRPr lang="en-US" sz="1600" b="1" dirty="0">
              <a:latin typeface="+mj-lt"/>
            </a:endParaRPr>
          </a:p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Pipelines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2D6ECE2-ECEA-D95C-9657-4C6FF567EC5E}"/>
              </a:ext>
            </a:extLst>
          </p:cNvPr>
          <p:cNvSpPr txBox="1"/>
          <p:nvPr/>
        </p:nvSpPr>
        <p:spPr>
          <a:xfrm>
            <a:off x="11949313" y="3765128"/>
            <a:ext cx="73302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Pydantic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2600AD3D-300D-87A8-713B-3E44A3AF6BC5}"/>
              </a:ext>
            </a:extLst>
          </p:cNvPr>
          <p:cNvSpPr txBox="1"/>
          <p:nvPr/>
        </p:nvSpPr>
        <p:spPr>
          <a:xfrm>
            <a:off x="11687175" y="4010694"/>
            <a:ext cx="1257300" cy="323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Data Validation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5CFC90F1-E4AE-4A0E-5994-EDC2BCFC1906}"/>
              </a:ext>
            </a:extLst>
          </p:cNvPr>
          <p:cNvSpPr txBox="1"/>
          <p:nvPr/>
        </p:nvSpPr>
        <p:spPr>
          <a:xfrm>
            <a:off x="13588765" y="3842147"/>
            <a:ext cx="954557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GeoPandas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E269AE1B-2EDA-915E-254A-29196272E488}"/>
              </a:ext>
            </a:extLst>
          </p:cNvPr>
          <p:cNvSpPr txBox="1"/>
          <p:nvPr/>
        </p:nvSpPr>
        <p:spPr>
          <a:xfrm>
            <a:off x="13611756" y="4087713"/>
            <a:ext cx="908582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Spatial GIS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37EBC38-82D8-7BF9-8A24-9AD688618E07}"/>
              </a:ext>
            </a:extLst>
          </p:cNvPr>
          <p:cNvSpPr txBox="1"/>
          <p:nvPr/>
        </p:nvSpPr>
        <p:spPr>
          <a:xfrm>
            <a:off x="14836586" y="3842147"/>
            <a:ext cx="85921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BS4 / lxml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3C41168-EFF0-3505-4BBC-C658F0EDAEB6}"/>
              </a:ext>
            </a:extLst>
          </p:cNvPr>
          <p:cNvSpPr txBox="1"/>
          <p:nvPr/>
        </p:nvSpPr>
        <p:spPr>
          <a:xfrm>
            <a:off x="14857462" y="4087713"/>
            <a:ext cx="817468" cy="3234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Scraping/</a:t>
            </a:r>
            <a:endParaRPr lang="en-US" sz="1600" b="1" dirty="0">
              <a:latin typeface="+mj-lt"/>
            </a:endParaRPr>
          </a:p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Parse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1DF0B4E3-AA24-9EDA-4903-A2981A6E3763}"/>
              </a:ext>
            </a:extLst>
          </p:cNvPr>
          <p:cNvSpPr txBox="1"/>
          <p:nvPr/>
        </p:nvSpPr>
        <p:spPr>
          <a:xfrm>
            <a:off x="16141943" y="3842147"/>
            <a:ext cx="448777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httpx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FBFFCBF6-6247-AA35-A63F-84599FDDAE3F}"/>
              </a:ext>
            </a:extLst>
          </p:cNvPr>
          <p:cNvSpPr txBox="1"/>
          <p:nvPr/>
        </p:nvSpPr>
        <p:spPr>
          <a:xfrm>
            <a:off x="16093757" y="4087713"/>
            <a:ext cx="670243" cy="323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Async </a:t>
            </a:r>
            <a:endParaRPr lang="en-US" sz="1600" b="1" dirty="0">
              <a:latin typeface="+mj-lt"/>
            </a:endParaRPr>
          </a:p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Fetch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7C7560FD-B448-65FF-B740-3796CE38283A}"/>
              </a:ext>
            </a:extLst>
          </p:cNvPr>
          <p:cNvSpPr txBox="1"/>
          <p:nvPr/>
        </p:nvSpPr>
        <p:spPr>
          <a:xfrm>
            <a:off x="2526848" y="7471172"/>
            <a:ext cx="118994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Redis / Valkey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04E97C2D-3C1C-92D8-3ABE-40CBBDF1DD78}"/>
              </a:ext>
            </a:extLst>
          </p:cNvPr>
          <p:cNvSpPr txBox="1"/>
          <p:nvPr/>
        </p:nvSpPr>
        <p:spPr>
          <a:xfrm>
            <a:off x="2197944" y="7716738"/>
            <a:ext cx="1847750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Ultra-fast API Caching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A0A10D96-59A5-ECF3-071E-77089A69B423}"/>
              </a:ext>
            </a:extLst>
          </p:cNvPr>
          <p:cNvSpPr txBox="1"/>
          <p:nvPr/>
        </p:nvSpPr>
        <p:spPr>
          <a:xfrm>
            <a:off x="6167172" y="7471172"/>
            <a:ext cx="1938865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600" b="1" dirty="0">
                <a:latin typeface="+mj-lt"/>
              </a:rPr>
              <a:t>MongoDB</a:t>
            </a:r>
            <a:r>
              <a:rPr sz="1600" b="1" dirty="0">
                <a:latin typeface="+mj-lt"/>
              </a:rPr>
              <a:t> + </a:t>
            </a:r>
            <a:r>
              <a:rPr lang="en-US" sz="1600" b="1" dirty="0">
                <a:latin typeface="+mj-lt"/>
              </a:rPr>
              <a:t>Mongo</a:t>
            </a:r>
            <a:r>
              <a:rPr sz="1600" b="1" dirty="0">
                <a:latin typeface="+mj-lt"/>
              </a:rPr>
              <a:t>GIS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077BE75-00BF-DECE-9F32-699839092E90}"/>
              </a:ext>
            </a:extLst>
          </p:cNvPr>
          <p:cNvSpPr txBox="1"/>
          <p:nvPr/>
        </p:nvSpPr>
        <p:spPr>
          <a:xfrm>
            <a:off x="6136241" y="7716738"/>
            <a:ext cx="2000741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lang="en-US" sz="1600" b="1" dirty="0">
                <a:latin typeface="+mj-lt"/>
              </a:rPr>
              <a:t>App data and user Data</a:t>
            </a:r>
            <a:endParaRPr sz="1600" b="1" dirty="0">
              <a:latin typeface="+mj-lt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1EF171FD-DCE5-B71D-BC3A-BE483D806EEA}"/>
              </a:ext>
            </a:extLst>
          </p:cNvPr>
          <p:cNvSpPr txBox="1"/>
          <p:nvPr/>
        </p:nvSpPr>
        <p:spPr>
          <a:xfrm>
            <a:off x="10423884" y="7471172"/>
            <a:ext cx="1455015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Isolated Sandbox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2B76C2E-8C6D-26B8-AB08-43F0F7C5CDEE}"/>
              </a:ext>
            </a:extLst>
          </p:cNvPr>
          <p:cNvSpPr txBox="1"/>
          <p:nvPr/>
        </p:nvSpPr>
        <p:spPr>
          <a:xfrm>
            <a:off x="10057057" y="7716738"/>
            <a:ext cx="2188677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Agent Safe Tool Execution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C4B6CE0-5FB7-9CBD-C484-F257DD973B1D}"/>
              </a:ext>
            </a:extLst>
          </p:cNvPr>
          <p:cNvSpPr txBox="1"/>
          <p:nvPr/>
        </p:nvSpPr>
        <p:spPr>
          <a:xfrm>
            <a:off x="13700347" y="7471172"/>
            <a:ext cx="122431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Vercel/Render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9E92358-5AE9-B0ED-D7BD-B74D79523C63}"/>
              </a:ext>
            </a:extLst>
          </p:cNvPr>
          <p:cNvSpPr txBox="1"/>
          <p:nvPr/>
        </p:nvSpPr>
        <p:spPr>
          <a:xfrm>
            <a:off x="13719745" y="7716738"/>
            <a:ext cx="1185517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Cloud Hosting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8A2E579-FF87-8314-C6DE-25578662D3FB}"/>
              </a:ext>
            </a:extLst>
          </p:cNvPr>
          <p:cNvSpPr txBox="1"/>
          <p:nvPr/>
        </p:nvSpPr>
        <p:spPr>
          <a:xfrm>
            <a:off x="15645108" y="7471172"/>
            <a:ext cx="749501" cy="1983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sz="1600" b="1" dirty="0">
                <a:latin typeface="+mj-lt"/>
              </a:rPr>
              <a:t>structlog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277984B-24DE-5EE4-EDE1-EF53D071B9C6}"/>
              </a:ext>
            </a:extLst>
          </p:cNvPr>
          <p:cNvSpPr txBox="1"/>
          <p:nvPr/>
        </p:nvSpPr>
        <p:spPr>
          <a:xfrm>
            <a:off x="15588651" y="7716738"/>
            <a:ext cx="862416" cy="1695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15"/>
              </a:lnSpc>
            </a:pPr>
            <a:r>
              <a:rPr sz="1600" b="1" dirty="0">
                <a:latin typeface="+mj-lt"/>
              </a:rPr>
              <a:t>JSON Logs</a:t>
            </a:r>
          </a:p>
        </p:txBody>
      </p:sp>
      <p:pic>
        <p:nvPicPr>
          <p:cNvPr id="2" name="Image 3" descr="/home/claude/icons/nodejs.png">
            <a:extLst>
              <a:ext uri="{FF2B5EF4-FFF2-40B4-BE49-F238E27FC236}">
                <a16:creationId xmlns:a16="http://schemas.microsoft.com/office/drawing/2014/main" id="{67943DF4-BEDA-8C86-DDE6-73F55F2F2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90998" y="3112335"/>
            <a:ext cx="538609" cy="538609"/>
          </a:xfrm>
          <a:prstGeom prst="rect">
            <a:avLst/>
          </a:prstGeom>
        </p:spPr>
      </p:pic>
      <p:pic>
        <p:nvPicPr>
          <p:cNvPr id="17" name="Image 9" descr="/home/claude/icons/mongodb.png">
            <a:extLst>
              <a:ext uri="{FF2B5EF4-FFF2-40B4-BE49-F238E27FC236}">
                <a16:creationId xmlns:a16="http://schemas.microsoft.com/office/drawing/2014/main" id="{92853586-9227-6867-F3E3-52F8E9E36B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94470" y="6853539"/>
            <a:ext cx="505424" cy="505424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3EC739C-7F94-5D44-F2DD-AF0F28B6449F}"/>
              </a:ext>
            </a:extLst>
          </p:cNvPr>
          <p:cNvCxnSpPr>
            <a:endCxn id="108" idx="0"/>
          </p:cNvCxnSpPr>
          <p:nvPr/>
        </p:nvCxnSpPr>
        <p:spPr>
          <a:xfrm>
            <a:off x="11151393" y="5088731"/>
            <a:ext cx="2" cy="6858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442F058-A287-8B8A-466A-7F96A43DDE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36607" y="4779962"/>
            <a:ext cx="12700" cy="802957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E9016FB-5CFB-5E78-D850-CE80E11A90D7}"/>
              </a:ext>
            </a:extLst>
          </p:cNvPr>
          <p:cNvCxnSpPr/>
          <p:nvPr/>
        </p:nvCxnSpPr>
        <p:spPr>
          <a:xfrm>
            <a:off x="3121816" y="5372100"/>
            <a:ext cx="0" cy="4024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6958D7-A4BD-8F31-E100-59A129F848FD}"/>
              </a:ext>
            </a:extLst>
          </p:cNvPr>
          <p:cNvCxnSpPr/>
          <p:nvPr/>
        </p:nvCxnSpPr>
        <p:spPr>
          <a:xfrm>
            <a:off x="3121816" y="5372100"/>
            <a:ext cx="409337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884351-26C5-63DF-A539-91BD069C6F07}"/>
              </a:ext>
            </a:extLst>
          </p:cNvPr>
          <p:cNvCxnSpPr/>
          <p:nvPr/>
        </p:nvCxnSpPr>
        <p:spPr>
          <a:xfrm flipV="1">
            <a:off x="7215189" y="5088731"/>
            <a:ext cx="0" cy="2833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F512EF4-D045-740B-5C29-55FA6E431EB6}"/>
              </a:ext>
            </a:extLst>
          </p:cNvPr>
          <p:cNvCxnSpPr>
            <a:stCxn id="104" idx="3"/>
            <a:endCxn id="107" idx="1"/>
          </p:cNvCxnSpPr>
          <p:nvPr/>
        </p:nvCxnSpPr>
        <p:spPr>
          <a:xfrm>
            <a:off x="4957764" y="7264003"/>
            <a:ext cx="3428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0D3DB9B-901C-F175-D93D-B24CC438B30E}"/>
              </a:ext>
            </a:extLst>
          </p:cNvPr>
          <p:cNvCxnSpPr>
            <a:cxnSpLocks/>
            <a:stCxn id="100" idx="3"/>
            <a:endCxn id="101" idx="1"/>
          </p:cNvCxnSpPr>
          <p:nvPr/>
        </p:nvCxnSpPr>
        <p:spPr>
          <a:xfrm>
            <a:off x="4957764" y="3599260"/>
            <a:ext cx="3428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C83FB16-609C-6529-BA3A-C56BB0C84A36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9028709" y="3599260"/>
            <a:ext cx="2867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DCE2376-1E77-5EF7-55CE-280234D1659A}"/>
              </a:ext>
            </a:extLst>
          </p:cNvPr>
          <p:cNvCxnSpPr/>
          <p:nvPr/>
        </p:nvCxnSpPr>
        <p:spPr>
          <a:xfrm>
            <a:off x="12987339" y="3556397"/>
            <a:ext cx="3143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EEF4B31-5D42-EB5A-8E40-7E907AC477C4}"/>
              </a:ext>
            </a:extLst>
          </p:cNvPr>
          <p:cNvCxnSpPr/>
          <p:nvPr/>
        </p:nvCxnSpPr>
        <p:spPr>
          <a:xfrm>
            <a:off x="3121816" y="1878403"/>
            <a:ext cx="0" cy="231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679BCB7-D59C-2109-E867-24AB180CBCAF}"/>
              </a:ext>
            </a:extLst>
          </p:cNvPr>
          <p:cNvCxnSpPr/>
          <p:nvPr/>
        </p:nvCxnSpPr>
        <p:spPr>
          <a:xfrm>
            <a:off x="7215189" y="1878403"/>
            <a:ext cx="0" cy="231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73EF4B-E25E-60E1-8C19-1D843FA3306C}"/>
              </a:ext>
            </a:extLst>
          </p:cNvPr>
          <p:cNvCxnSpPr/>
          <p:nvPr/>
        </p:nvCxnSpPr>
        <p:spPr>
          <a:xfrm>
            <a:off x="11022806" y="1878403"/>
            <a:ext cx="0" cy="231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9C8AFE0-F9DD-354B-A0B5-9B6937827134}"/>
              </a:ext>
            </a:extLst>
          </p:cNvPr>
          <p:cNvCxnSpPr/>
          <p:nvPr/>
        </p:nvCxnSpPr>
        <p:spPr>
          <a:xfrm>
            <a:off x="15109032" y="1878403"/>
            <a:ext cx="0" cy="231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27E12AC-A4D5-BAB7-5D45-A6FE82421731}"/>
              </a:ext>
            </a:extLst>
          </p:cNvPr>
          <p:cNvCxnSpPr>
            <a:cxnSpLocks/>
            <a:endCxn id="109" idx="3"/>
          </p:cNvCxnSpPr>
          <p:nvPr/>
        </p:nvCxnSpPr>
        <p:spPr>
          <a:xfrm>
            <a:off x="3121816" y="1878403"/>
            <a:ext cx="13880310" cy="5385600"/>
          </a:xfrm>
          <a:prstGeom prst="bentConnector3">
            <a:avLst>
              <a:gd name="adj1" fmla="val 10164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Image 1" descr="/home/claude/icons/react.png">
            <a:extLst>
              <a:ext uri="{FF2B5EF4-FFF2-40B4-BE49-F238E27FC236}">
                <a16:creationId xmlns:a16="http://schemas.microsoft.com/office/drawing/2014/main" id="{6365AE13-37D7-F028-5830-DD06CE7D387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4008" y="3033106"/>
            <a:ext cx="505466" cy="505466"/>
          </a:xfrm>
          <a:prstGeom prst="rect">
            <a:avLst/>
          </a:prstGeom>
        </p:spPr>
      </p:pic>
      <p:pic>
        <p:nvPicPr>
          <p:cNvPr id="6" name="Image 2" descr="/home/claude/icons/css.png">
            <a:extLst>
              <a:ext uri="{FF2B5EF4-FFF2-40B4-BE49-F238E27FC236}">
                <a16:creationId xmlns:a16="http://schemas.microsoft.com/office/drawing/2014/main" id="{61E336FF-1664-6FE6-AF51-5CACBA17E3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28927" y="3068268"/>
            <a:ext cx="505466" cy="505466"/>
          </a:xfrm>
          <a:prstGeom prst="rect">
            <a:avLst/>
          </a:prstGeom>
        </p:spPr>
      </p:pic>
      <p:pic>
        <p:nvPicPr>
          <p:cNvPr id="7" name="Image 8" descr="/home/claude/icons/langgraph.png">
            <a:extLst>
              <a:ext uri="{FF2B5EF4-FFF2-40B4-BE49-F238E27FC236}">
                <a16:creationId xmlns:a16="http://schemas.microsoft.com/office/drawing/2014/main" id="{164CE302-09D0-7BC7-0C77-EFD89D014F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22039" y="2938638"/>
            <a:ext cx="872130" cy="872130"/>
          </a:xfrm>
          <a:prstGeom prst="rect">
            <a:avLst/>
          </a:prstGeom>
        </p:spPr>
      </p:pic>
      <p:pic>
        <p:nvPicPr>
          <p:cNvPr id="8" name="Image 7" descr="/home/claude/icons/fastapi.png">
            <a:extLst>
              <a:ext uri="{FF2B5EF4-FFF2-40B4-BE49-F238E27FC236}">
                <a16:creationId xmlns:a16="http://schemas.microsoft.com/office/drawing/2014/main" id="{5481DC31-E254-CACB-A856-4F5294C356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85445" y="3229497"/>
            <a:ext cx="414496" cy="414496"/>
          </a:xfrm>
          <a:prstGeom prst="rect">
            <a:avLst/>
          </a:prstGeom>
        </p:spPr>
      </p:pic>
      <p:sp>
        <p:nvSpPr>
          <p:cNvPr id="9" name="Text 37">
            <a:extLst>
              <a:ext uri="{FF2B5EF4-FFF2-40B4-BE49-F238E27FC236}">
                <a16:creationId xmlns:a16="http://schemas.microsoft.com/office/drawing/2014/main" id="{1D6192CA-8586-52A5-714F-5642E000AFB2}"/>
              </a:ext>
            </a:extLst>
          </p:cNvPr>
          <p:cNvSpPr txBox="1"/>
          <p:nvPr/>
        </p:nvSpPr>
        <p:spPr>
          <a:xfrm>
            <a:off x="6632271" y="4112735"/>
            <a:ext cx="1078893" cy="78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+mj-lt"/>
              </a:rPr>
              <a:t>REST API for AI/Agent Services</a:t>
            </a:r>
          </a:p>
        </p:txBody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AA599346-1C39-D29F-6C83-D55F2D5C1CF2}"/>
              </a:ext>
            </a:extLst>
          </p:cNvPr>
          <p:cNvSpPr txBox="1"/>
          <p:nvPr/>
        </p:nvSpPr>
        <p:spPr>
          <a:xfrm>
            <a:off x="5540119" y="4180321"/>
            <a:ext cx="94941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+mj-lt"/>
                <a:ea typeface="Calibri" pitchFamily="34" charset="-122"/>
                <a:cs typeface="Calibri" pitchFamily="34" charset="-120"/>
              </a:rPr>
              <a:t>API server</a:t>
            </a:r>
            <a:endParaRPr lang="en-US" sz="1600" b="1" dirty="0">
              <a:latin typeface="+mj-lt"/>
            </a:endParaRPr>
          </a:p>
        </p:txBody>
      </p:sp>
      <p:pic>
        <p:nvPicPr>
          <p:cNvPr id="11" name="Image 6" descr="/home/claude/icons/python.png">
            <a:extLst>
              <a:ext uri="{FF2B5EF4-FFF2-40B4-BE49-F238E27FC236}">
                <a16:creationId xmlns:a16="http://schemas.microsoft.com/office/drawing/2014/main" id="{021825DD-CC9E-83E6-23F2-7918B69BCE1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9052" y="3253860"/>
            <a:ext cx="375418" cy="3754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827ABE-8A99-5AE9-3A2F-4C2396E6DFC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80762" y="3180746"/>
            <a:ext cx="877838" cy="438919"/>
          </a:xfrm>
          <a:prstGeom prst="rect">
            <a:avLst/>
          </a:prstGeom>
        </p:spPr>
      </p:pic>
      <p:pic>
        <p:nvPicPr>
          <p:cNvPr id="14" name="Image 14" descr="/home/claude/icons/redis.png">
            <a:extLst>
              <a:ext uri="{FF2B5EF4-FFF2-40B4-BE49-F238E27FC236}">
                <a16:creationId xmlns:a16="http://schemas.microsoft.com/office/drawing/2014/main" id="{2E37C14F-2D21-4E11-4B94-0FBC5B1B038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52736" y="6787724"/>
            <a:ext cx="445592" cy="445592"/>
          </a:xfrm>
          <a:prstGeom prst="rect">
            <a:avLst/>
          </a:prstGeom>
        </p:spPr>
      </p:pic>
      <p:pic>
        <p:nvPicPr>
          <p:cNvPr id="15" name="Image 15" descr="/home/claude/icons/sandbox.png">
            <a:extLst>
              <a:ext uri="{FF2B5EF4-FFF2-40B4-BE49-F238E27FC236}">
                <a16:creationId xmlns:a16="http://schemas.microsoft.com/office/drawing/2014/main" id="{C3233A3B-FF98-04CD-F407-8BD5E419DB8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71180" y="6822553"/>
            <a:ext cx="521542" cy="521542"/>
          </a:xfrm>
          <a:prstGeom prst="rect">
            <a:avLst/>
          </a:prstGeom>
        </p:spPr>
      </p:pic>
      <p:sp>
        <p:nvSpPr>
          <p:cNvPr id="16" name="Text 88">
            <a:extLst>
              <a:ext uri="{FF2B5EF4-FFF2-40B4-BE49-F238E27FC236}">
                <a16:creationId xmlns:a16="http://schemas.microsoft.com/office/drawing/2014/main" id="{3BBF0DD1-4480-1F24-CAEE-60E9F5A5D836}"/>
              </a:ext>
            </a:extLst>
          </p:cNvPr>
          <p:cNvSpPr txBox="1"/>
          <p:nvPr/>
        </p:nvSpPr>
        <p:spPr>
          <a:xfrm>
            <a:off x="1172502" y="9200444"/>
            <a:ext cx="16810698" cy="5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Flow:  ① </a:t>
            </a:r>
            <a:r>
              <a:rPr lang="en-IN" dirty="0"/>
              <a:t>User Query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② </a:t>
            </a:r>
            <a:r>
              <a:rPr lang="en-IN" dirty="0"/>
              <a:t>Planner Agent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③ </a:t>
            </a:r>
            <a:r>
              <a:rPr lang="en-IN" dirty="0"/>
              <a:t>Parallel Specialist Agents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IN" dirty="0"/>
              <a:t>Data Validation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↔ </a:t>
            </a:r>
            <a:r>
              <a:rPr lang="en-IN" dirty="0"/>
              <a:t>Risk/Safety Agent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④ </a:t>
            </a:r>
            <a:r>
              <a:rPr lang="en-IN" dirty="0"/>
              <a:t>Geo/Route Agent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IN" dirty="0"/>
              <a:t>Synthesis Agent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IN" dirty="0"/>
              <a:t>Explainable Answer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419AC2-728A-D152-074D-E3D2E54FF465}"/>
              </a:ext>
            </a:extLst>
          </p:cNvPr>
          <p:cNvSpPr txBox="1"/>
          <p:nvPr/>
        </p:nvSpPr>
        <p:spPr>
          <a:xfrm>
            <a:off x="1132731" y="9590389"/>
            <a:ext cx="124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AGENTS : </a:t>
            </a:r>
            <a:r>
              <a:rPr lang="en-IN" dirty="0"/>
              <a:t>Ocean/PFZ Agent, Weather Agent, GIS/Geo Agent, Risk &amp; Safety Agent, Route Agent, Orchestrator/Synthesis Agent.</a:t>
            </a:r>
          </a:p>
        </p:txBody>
      </p:sp>
    </p:spTree>
    <p:extLst>
      <p:ext uri="{BB962C8B-B14F-4D97-AF65-F5344CB8AC3E}">
        <p14:creationId xmlns:p14="http://schemas.microsoft.com/office/powerpoint/2010/main" val="261664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7">
            <a:extLst>
              <a:ext uri="{FF2B5EF4-FFF2-40B4-BE49-F238E27FC236}">
                <a16:creationId xmlns:a16="http://schemas.microsoft.com/office/drawing/2014/main" id="{EE8E16A4-AA6A-491C-D292-C7151C364DD2}"/>
              </a:ext>
            </a:extLst>
          </p:cNvPr>
          <p:cNvSpPr/>
          <p:nvPr/>
        </p:nvSpPr>
        <p:spPr>
          <a:xfrm>
            <a:off x="9126729" y="5617124"/>
            <a:ext cx="555027" cy="492936"/>
          </a:xfrm>
          <a:prstGeom prst="ellipse">
            <a:avLst/>
          </a:prstGeom>
          <a:solidFill>
            <a:srgbClr val="92D050"/>
          </a:solidFill>
          <a:ln/>
        </p:spPr>
        <p:txBody>
          <a:bodyPr/>
          <a:lstStyle/>
          <a:p>
            <a:endParaRPr lang="en-IN" sz="2700" dirty="0"/>
          </a:p>
        </p:txBody>
      </p:sp>
      <p:sp>
        <p:nvSpPr>
          <p:cNvPr id="4" name="Text 2"/>
          <p:cNvSpPr/>
          <p:nvPr/>
        </p:nvSpPr>
        <p:spPr>
          <a:xfrm>
            <a:off x="2606040" y="384048"/>
            <a:ext cx="1316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u="sng" dirty="0">
                <a:solidFill>
                  <a:schemeClr val="tx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FEASIBILITY AND VIABILITY</a:t>
            </a:r>
            <a:endParaRPr lang="en-US" sz="4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81443" y="1384359"/>
            <a:ext cx="575863" cy="531998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8" name="Image 0" descr="/home/claude/sih/icon_fea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81" y="1474469"/>
            <a:ext cx="340738" cy="3407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8428" y="1330452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Feasibility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17220" y="1920240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4041" y="5481828"/>
            <a:ext cx="615139" cy="576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12" name="Image 1" descr="/home/claude/sih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197" y="5604758"/>
            <a:ext cx="376942" cy="3769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99941" y="5517586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17220" y="4142232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7220" y="3695799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617220" y="6364224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38428" y="7996428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617220" y="8586216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9110842" y="1371600"/>
            <a:ext cx="510585" cy="499175"/>
          </a:xfrm>
          <a:prstGeom prst="ellipse">
            <a:avLst/>
          </a:prstGeom>
          <a:solidFill>
            <a:srgbClr val="E07A2C"/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24" name="Image 4" descr="/home/claude/sih/icon_usecas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8618" y="1471077"/>
            <a:ext cx="281178" cy="28117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10928" y="1330452"/>
            <a:ext cx="80238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26" name="Text 19"/>
          <p:cNvSpPr/>
          <p:nvPr/>
        </p:nvSpPr>
        <p:spPr>
          <a:xfrm>
            <a:off x="9189720" y="1920240"/>
            <a:ext cx="8572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710928" y="3456432"/>
            <a:ext cx="80238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30" name="Text 22"/>
          <p:cNvSpPr/>
          <p:nvPr/>
        </p:nvSpPr>
        <p:spPr>
          <a:xfrm>
            <a:off x="9189720" y="4046220"/>
            <a:ext cx="8572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865286" y="4955152"/>
            <a:ext cx="8572500" cy="1772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+mj-lt"/>
                <a:ea typeface="Cambria" pitchFamily="34" charset="-122"/>
                <a:cs typeface="Cambria" pitchFamily="34" charset="-120"/>
              </a:rPr>
              <a:t>Supporting Facts</a:t>
            </a:r>
            <a:endParaRPr lang="en-US" sz="3600" dirty="0">
              <a:latin typeface="+mj-lt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9395460" y="6405372"/>
            <a:ext cx="802386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200"/>
              </a:spcAft>
            </a:pPr>
            <a:endParaRPr lang="en-US" sz="1575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55E0E-7C40-544D-07D2-8DEC20434CCD}"/>
              </a:ext>
            </a:extLst>
          </p:cNvPr>
          <p:cNvSpPr txBox="1"/>
          <p:nvPr/>
        </p:nvSpPr>
        <p:spPr>
          <a:xfrm>
            <a:off x="857707" y="1859042"/>
            <a:ext cx="7280407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endParaRPr lang="en-IN" sz="150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INCOIS</a:t>
            </a:r>
            <a:r>
              <a:rPr lang="en-US" sz="2400" dirty="0"/>
              <a:t> already provides PFZ, SST, chlorophyll, and ocean-state advisory datasets.</a:t>
            </a:r>
            <a:endParaRPr lang="en-IN" sz="240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Modular agents </a:t>
            </a:r>
            <a:r>
              <a:rPr lang="en-US" sz="2400" dirty="0"/>
              <a:t>independently fetch weather, PFZ, geospatial, and safety information.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React, RESTAPI, Python, Redis, and PostGIS enable </a:t>
            </a:r>
            <a:r>
              <a:rPr lang="en-US" sz="2400" dirty="0"/>
              <a:t>rapid MVP development.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Deterministic safety rules </a:t>
            </a:r>
            <a:r>
              <a:rPr lang="en-US" sz="2400" dirty="0"/>
              <a:t>prevent LLM-generated recommendations from becoming unsafe.</a:t>
            </a:r>
            <a:endParaRPr lang="en-IN" sz="2400" dirty="0"/>
          </a:p>
          <a:p>
            <a:endParaRPr lang="en-IN" sz="15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5AB2DA-C8D2-AF53-276D-D5A24ECE56BF}"/>
              </a:ext>
            </a:extLst>
          </p:cNvPr>
          <p:cNvSpPr txBox="1"/>
          <p:nvPr/>
        </p:nvSpPr>
        <p:spPr>
          <a:xfrm>
            <a:off x="864108" y="8605543"/>
            <a:ext cx="58373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35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IN" sz="13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4E0522-7CEA-F722-8A79-DC4CBA78FFAB}"/>
              </a:ext>
            </a:extLst>
          </p:cNvPr>
          <p:cNvSpPr txBox="1"/>
          <p:nvPr/>
        </p:nvSpPr>
        <p:spPr>
          <a:xfrm>
            <a:off x="9648860" y="1822020"/>
            <a:ext cx="71132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Safe fishing trip planning:</a:t>
            </a:r>
            <a:r>
              <a:rPr lang="en-US" sz="2400" dirty="0"/>
              <a:t> Receives go/no-go verdict, risk factors, and suggested zone.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400" b="1" dirty="0"/>
              <a:t>Hazard-aware route guidance: </a:t>
            </a:r>
            <a:r>
              <a:rPr lang="en-US" sz="2400" dirty="0"/>
              <a:t>Vessel operator gets weather-safe, hazard-aware route to Potential Fishing Zone.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Coastal authority queries </a:t>
            </a:r>
            <a:r>
              <a:rPr lang="en-US" sz="2400" dirty="0"/>
              <a:t>cyclone impact; receives affected areas and alerts.</a:t>
            </a:r>
            <a:endParaRPr lang="en-IN" sz="1200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400" b="1" dirty="0"/>
              <a:t>Boat near maritime boundary </a:t>
            </a:r>
            <a:r>
              <a:rPr lang="en-US" sz="2400" dirty="0"/>
              <a:t>gets automatic geofence warning and course correction.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A41662-4CF2-6282-8A7B-D896CCB4F248}"/>
              </a:ext>
            </a:extLst>
          </p:cNvPr>
          <p:cNvSpPr txBox="1"/>
          <p:nvPr/>
        </p:nvSpPr>
        <p:spPr>
          <a:xfrm>
            <a:off x="9670386" y="6247212"/>
            <a:ext cx="761238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Marine, weather, satellite</a:t>
            </a:r>
            <a:r>
              <a:rPr lang="en-US" sz="2400" dirty="0"/>
              <a:t>, and </a:t>
            </a:r>
            <a:r>
              <a:rPr lang="en-US" sz="2400" b="1" dirty="0"/>
              <a:t>GIS</a:t>
            </a:r>
            <a:r>
              <a:rPr lang="en-US" sz="2400" dirty="0"/>
              <a:t> data currently exist across multiple portals.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India</a:t>
            </a:r>
            <a:r>
              <a:rPr lang="en-US" sz="2400" dirty="0"/>
              <a:t> faces frequent </a:t>
            </a:r>
            <a:r>
              <a:rPr lang="en-US" sz="2400" b="1" dirty="0"/>
              <a:t>cyclones, cloudbursts, and rough-sea</a:t>
            </a:r>
            <a:r>
              <a:rPr lang="en-US" sz="2400" dirty="0"/>
              <a:t> events affecting coastal safety.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PFZ advisorie</a:t>
            </a:r>
            <a:r>
              <a:rPr lang="en-US" sz="2400" dirty="0"/>
              <a:t>s remain </a:t>
            </a:r>
            <a:r>
              <a:rPr lang="en-US" sz="2400" b="1" dirty="0"/>
              <a:t>underused</a:t>
            </a:r>
            <a:r>
              <a:rPr lang="en-US" sz="2400" dirty="0"/>
              <a:t> due to fragmented weather and safety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Multi-agent AI </a:t>
            </a:r>
            <a:r>
              <a:rPr lang="en-US" sz="2400" dirty="0"/>
              <a:t>enables autonomous planning, reasoning, and explainable marine decisions.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DA37C-2A3A-052F-FF34-8C249304942A}"/>
              </a:ext>
            </a:extLst>
          </p:cNvPr>
          <p:cNvSpPr txBox="1"/>
          <p:nvPr/>
        </p:nvSpPr>
        <p:spPr>
          <a:xfrm>
            <a:off x="891610" y="5745220"/>
            <a:ext cx="7282591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ORCA turns complex marine datasets into simple, </a:t>
            </a:r>
            <a:r>
              <a:rPr lang="en-US" sz="2400" dirty="0"/>
              <a:t>actionable go/no-go decisions</a:t>
            </a:r>
            <a:r>
              <a:rPr lang="en-US" sz="2400" b="1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Valkey </a:t>
            </a:r>
            <a:r>
              <a:rPr lang="en-US" sz="2400" dirty="0"/>
              <a:t>caching reduces API calls, latency, infrastructure cost, and repeated data fetching.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The same platform scales </a:t>
            </a:r>
            <a:r>
              <a:rPr lang="en-US" sz="2400" dirty="0"/>
              <a:t>across coasts, languages, agencies, and stakeholder roles.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Source timestamps and risk </a:t>
            </a:r>
            <a:r>
              <a:rPr lang="en-US" sz="2400" dirty="0"/>
              <a:t>explanations improve trust, accountability, and adoption.</a:t>
            </a:r>
          </a:p>
          <a:p>
            <a:endParaRPr lang="en-IN" sz="900" dirty="0"/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14EB30A9-55BE-786B-4D56-F7B22380705D}"/>
              </a:ext>
            </a:extLst>
          </p:cNvPr>
          <p:cNvSpPr/>
          <p:nvPr/>
        </p:nvSpPr>
        <p:spPr>
          <a:xfrm>
            <a:off x="8786705" y="1541743"/>
            <a:ext cx="78140" cy="81953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933BC9CC-2CA1-667D-3B6C-2EA45E70E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626" y="5667433"/>
            <a:ext cx="427734" cy="427734"/>
          </a:xfrm>
          <a:prstGeom prst="rect">
            <a:avLst/>
          </a:prstGeom>
        </p:spPr>
      </p:pic>
      <p:grpSp>
        <p:nvGrpSpPr>
          <p:cNvPr id="15" name="Group 9">
            <a:extLst>
              <a:ext uri="{FF2B5EF4-FFF2-40B4-BE49-F238E27FC236}">
                <a16:creationId xmlns:a16="http://schemas.microsoft.com/office/drawing/2014/main" id="{0CA6BD76-13F1-B5EB-432A-CD162944BCD2}"/>
              </a:ext>
            </a:extLst>
          </p:cNvPr>
          <p:cNvGrpSpPr/>
          <p:nvPr/>
        </p:nvGrpSpPr>
        <p:grpSpPr>
          <a:xfrm>
            <a:off x="15239999" y="2248"/>
            <a:ext cx="2804903" cy="1421223"/>
            <a:chOff x="0" y="0"/>
            <a:chExt cx="4499699" cy="2124672"/>
          </a:xfrm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DAF9685D-277C-EC73-2AF4-5BC0F09CAB09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0" name="Oval 19" descr="Your startup LOGO">
            <a:extLst>
              <a:ext uri="{FF2B5EF4-FFF2-40B4-BE49-F238E27FC236}">
                <a16:creationId xmlns:a16="http://schemas.microsoft.com/office/drawing/2014/main" id="{B3D47922-8ED0-F856-7B89-1D62FC780A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662" cy="1075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90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2">
            <a:extLst>
              <a:ext uri="{FF2B5EF4-FFF2-40B4-BE49-F238E27FC236}">
                <a16:creationId xmlns:a16="http://schemas.microsoft.com/office/drawing/2014/main" id="{1BEE2FDD-62B6-24F4-4709-1F8946E98A3D}"/>
              </a:ext>
            </a:extLst>
          </p:cNvPr>
          <p:cNvSpPr/>
          <p:nvPr/>
        </p:nvSpPr>
        <p:spPr>
          <a:xfrm>
            <a:off x="2337994" y="175336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u="sng" dirty="0">
                <a:solidFill>
                  <a:schemeClr val="tx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IMPACT AND BENEFITS</a:t>
            </a:r>
            <a:endParaRPr lang="en-US" sz="4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28218E-4832-BDA6-51A0-FEF0A77A1F10}"/>
              </a:ext>
            </a:extLst>
          </p:cNvPr>
          <p:cNvSpPr/>
          <p:nvPr/>
        </p:nvSpPr>
        <p:spPr>
          <a:xfrm>
            <a:off x="9891498" y="1840596"/>
            <a:ext cx="712578" cy="63590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Graphic 7" descr="Mountains">
            <a:extLst>
              <a:ext uri="{FF2B5EF4-FFF2-40B4-BE49-F238E27FC236}">
                <a16:creationId xmlns:a16="http://schemas.microsoft.com/office/drawing/2014/main" id="{01A5082B-DF05-4DE0-9DB5-C073FB948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9668" y="1918089"/>
            <a:ext cx="533758" cy="533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F855AF-514B-4D0E-F4C4-6EEC52F4927C}"/>
              </a:ext>
            </a:extLst>
          </p:cNvPr>
          <p:cNvSpPr txBox="1"/>
          <p:nvPr/>
        </p:nvSpPr>
        <p:spPr>
          <a:xfrm>
            <a:off x="10563426" y="1884876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dirty="0">
                <a:cs typeface="Arial" panose="020B0604020202020204" pitchFamily="34" charset="0"/>
              </a:rPr>
              <a:t> </a:t>
            </a:r>
            <a:r>
              <a:rPr lang="en-IN" sz="3600" b="1" dirty="0"/>
              <a:t>Challenges</a:t>
            </a:r>
            <a:endParaRPr sz="3600" b="1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F85A6A-370D-F3BB-B4A7-A5FD5B133BD0}"/>
              </a:ext>
            </a:extLst>
          </p:cNvPr>
          <p:cNvSpPr txBox="1"/>
          <p:nvPr/>
        </p:nvSpPr>
        <p:spPr>
          <a:xfrm>
            <a:off x="10300710" y="2283570"/>
            <a:ext cx="7848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Integrating heterogeneous satellite</a:t>
            </a:r>
            <a:r>
              <a:rPr lang="en-US" sz="2400" dirty="0"/>
              <a:t>, weather, GIS, and oceanographic data streams.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Maintaining real-time accuracy </a:t>
            </a:r>
            <a:r>
              <a:rPr lang="en-US" sz="2400" dirty="0"/>
              <a:t>during rapidly changing marine weather conditions.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Providing reliable connectivity </a:t>
            </a:r>
            <a:r>
              <a:rPr lang="en-US" sz="2400" dirty="0"/>
              <a:t>in remote offshore fishing locations.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Building user trust </a:t>
            </a:r>
            <a:r>
              <a:rPr lang="en-US" sz="2400" dirty="0"/>
              <a:t>in AI-generated safety and navigation recommendations.</a:t>
            </a:r>
          </a:p>
          <a:p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BCC840-5DA0-7C33-E826-89D8956FD75E}"/>
              </a:ext>
            </a:extLst>
          </p:cNvPr>
          <p:cNvSpPr/>
          <p:nvPr/>
        </p:nvSpPr>
        <p:spPr>
          <a:xfrm>
            <a:off x="9919992" y="5852071"/>
            <a:ext cx="753110" cy="70625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Graphic 19" descr="Lightbulb">
            <a:extLst>
              <a:ext uri="{FF2B5EF4-FFF2-40B4-BE49-F238E27FC236}">
                <a16:creationId xmlns:a16="http://schemas.microsoft.com/office/drawing/2014/main" id="{26E24D53-1035-DF54-B16E-E0DE212348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2400" y="5904919"/>
            <a:ext cx="512710" cy="6322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E77B23-D0C4-D035-831C-5E91092DFDB9}"/>
              </a:ext>
            </a:extLst>
          </p:cNvPr>
          <p:cNvSpPr txBox="1"/>
          <p:nvPr/>
        </p:nvSpPr>
        <p:spPr>
          <a:xfrm>
            <a:off x="10367042" y="6819900"/>
            <a:ext cx="76161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b="1" dirty="0"/>
              <a:t>Use APIs and standardized formats </a:t>
            </a:r>
            <a:r>
              <a:rPr lang="en-US" sz="2400" dirty="0"/>
              <a:t>for seamless multi-source data integration.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Apply </a:t>
            </a:r>
            <a:r>
              <a:rPr lang="en-US" sz="2400" b="1" dirty="0"/>
              <a:t>continuous forecast updates</a:t>
            </a:r>
            <a:r>
              <a:rPr lang="en-US" sz="2400" dirty="0"/>
              <a:t>, validation, and confidence-based risk scoring.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Enable </a:t>
            </a:r>
            <a:r>
              <a:rPr lang="en-US" sz="2400" b="1" dirty="0"/>
              <a:t>offline caching, SMS alerts</a:t>
            </a:r>
            <a:r>
              <a:rPr lang="en-US" sz="2400" dirty="0"/>
              <a:t>, and low-bandwidth communication channels.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Provide </a:t>
            </a:r>
            <a:r>
              <a:rPr lang="en-US" sz="2400" b="1" dirty="0"/>
              <a:t>transparent explanations</a:t>
            </a:r>
            <a:r>
              <a:rPr lang="en-US" sz="2400" dirty="0"/>
              <a:t>, verified data sources, and human override options.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1D5387-4A8A-BB62-87FB-3E1EA79CA919}"/>
              </a:ext>
            </a:extLst>
          </p:cNvPr>
          <p:cNvSpPr txBox="1"/>
          <p:nvPr/>
        </p:nvSpPr>
        <p:spPr>
          <a:xfrm>
            <a:off x="10694778" y="5983197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cs typeface="Arial" panose="020B0604020202020204" pitchFamily="34" charset="0"/>
              </a:rPr>
              <a:t> </a:t>
            </a:r>
            <a:r>
              <a:rPr lang="en-US" sz="3600" b="1" dirty="0">
                <a:cs typeface="Arial" panose="020B0604020202020204" pitchFamily="34" charset="0"/>
              </a:rPr>
              <a:t>Solutions</a:t>
            </a:r>
            <a:endParaRPr sz="3600" b="1" dirty="0">
              <a:cs typeface="Arial" panose="020B0604020202020204" pitchFamily="34" charset="0"/>
            </a:endParaRP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9143AFB9-69D8-06FA-0A8E-DF5BF93BEEBA}"/>
              </a:ext>
            </a:extLst>
          </p:cNvPr>
          <p:cNvGrpSpPr/>
          <p:nvPr/>
        </p:nvGrpSpPr>
        <p:grpSpPr>
          <a:xfrm>
            <a:off x="15239999" y="2248"/>
            <a:ext cx="2804903" cy="1421223"/>
            <a:chOff x="0" y="0"/>
            <a:chExt cx="4499699" cy="2124672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886AFDAD-5150-D15B-063D-0BF0CA941462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F205EAA3-2D38-1AF4-4D34-1E58ED2A4E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662" cy="1075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ECE2D63C-50CD-FB68-3556-57DB5431C4B3}"/>
              </a:ext>
            </a:extLst>
          </p:cNvPr>
          <p:cNvSpPr/>
          <p:nvPr/>
        </p:nvSpPr>
        <p:spPr>
          <a:xfrm>
            <a:off x="565661" y="1768474"/>
            <a:ext cx="550209" cy="70550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FA5917D-67BC-3053-0D41-BF6D512E189D}"/>
              </a:ext>
            </a:extLst>
          </p:cNvPr>
          <p:cNvSpPr txBox="1"/>
          <p:nvPr/>
        </p:nvSpPr>
        <p:spPr>
          <a:xfrm>
            <a:off x="1254040" y="1892952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dirty="0">
                <a:cs typeface="Arial" panose="020B0604020202020204" pitchFamily="34" charset="0"/>
              </a:rPr>
              <a:t> </a:t>
            </a:r>
            <a:r>
              <a:rPr lang="en-IN" sz="3600" b="1" dirty="0"/>
              <a:t>Impacts</a:t>
            </a:r>
            <a:endParaRPr sz="3600" b="1" dirty="0">
              <a:cs typeface="Arial" panose="020B0604020202020204" pitchFamily="34" charset="0"/>
            </a:endParaRPr>
          </a:p>
        </p:txBody>
      </p:sp>
      <p:pic>
        <p:nvPicPr>
          <p:cNvPr id="84" name="Graphic 83" descr="Lightning bolt">
            <a:extLst>
              <a:ext uri="{FF2B5EF4-FFF2-40B4-BE49-F238E27FC236}">
                <a16:creationId xmlns:a16="http://schemas.microsoft.com/office/drawing/2014/main" id="{3E79619B-AFB2-B822-3A2E-72F0F3E914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4285" y="1838075"/>
            <a:ext cx="635904" cy="63590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724CBCDF-78CB-756A-E744-435A66A59583}"/>
              </a:ext>
            </a:extLst>
          </p:cNvPr>
          <p:cNvSpPr txBox="1"/>
          <p:nvPr/>
        </p:nvSpPr>
        <p:spPr>
          <a:xfrm>
            <a:off x="925966" y="2610364"/>
            <a:ext cx="83704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Improves fishing safety </a:t>
            </a:r>
            <a:r>
              <a:rPr lang="en-US" sz="2400" dirty="0"/>
              <a:t>through timely weather, wave, and hazard intelligence.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Increases catch efficiency </a:t>
            </a:r>
            <a:r>
              <a:rPr lang="en-US" sz="2400" dirty="0"/>
              <a:t>using integrated Potential Fishing Zone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Strengthens coastal disaster preparedness </a:t>
            </a:r>
            <a:r>
              <a:rPr lang="en-US" sz="2400" dirty="0"/>
              <a:t>through localized risk alerts and mapping.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Reduces maritime boundary violations </a:t>
            </a:r>
            <a:r>
              <a:rPr lang="en-US" sz="2400" dirty="0"/>
              <a:t>using real-time geofencing and route guidance.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61A03EB-0EA6-7D57-51E4-75B59C866BF2}"/>
              </a:ext>
            </a:extLst>
          </p:cNvPr>
          <p:cNvSpPr/>
          <p:nvPr/>
        </p:nvSpPr>
        <p:spPr>
          <a:xfrm>
            <a:off x="533399" y="5852071"/>
            <a:ext cx="582472" cy="6532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8" name="Graphic 87" descr="Coins">
            <a:extLst>
              <a:ext uri="{FF2B5EF4-FFF2-40B4-BE49-F238E27FC236}">
                <a16:creationId xmlns:a16="http://schemas.microsoft.com/office/drawing/2014/main" id="{AC0D12FB-BB28-73B3-6EE5-C00D7CFE69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3399" y="5829300"/>
            <a:ext cx="582471" cy="582471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25542A04-F97C-33AA-7750-4E44C9413BA5}"/>
              </a:ext>
            </a:extLst>
          </p:cNvPr>
          <p:cNvSpPr txBox="1"/>
          <p:nvPr/>
        </p:nvSpPr>
        <p:spPr>
          <a:xfrm>
            <a:off x="1388411" y="5951316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3600" b="1" dirty="0">
                <a:cs typeface="Arial" panose="020B0604020202020204" pitchFamily="34" charset="0"/>
              </a:rPr>
              <a:t>Benefits</a:t>
            </a:r>
            <a:endParaRPr sz="3600" b="1" dirty="0">
              <a:cs typeface="Arial" panose="020B060402020202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93048B1-87B7-E573-7C95-BA1CFD075019}"/>
              </a:ext>
            </a:extLst>
          </p:cNvPr>
          <p:cNvSpPr txBox="1"/>
          <p:nvPr/>
        </p:nvSpPr>
        <p:spPr>
          <a:xfrm>
            <a:off x="976817" y="6263253"/>
            <a:ext cx="83704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Enables faster, data-driven decisions </a:t>
            </a:r>
            <a:r>
              <a:rPr lang="en-US" sz="2400" dirty="0"/>
              <a:t>for fishers and coastal authorities.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Combines fragmented marine datasets </a:t>
            </a:r>
            <a:r>
              <a:rPr lang="en-US" sz="2400" dirty="0"/>
              <a:t>within one accessible decision-support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Delivers multilingual, explainable recommendations </a:t>
            </a:r>
            <a:r>
              <a:rPr lang="en-US" sz="2400" dirty="0"/>
              <a:t>through chat and voice interfaces.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Saves fuel, time, and operational costs </a:t>
            </a:r>
            <a:r>
              <a:rPr lang="en-US" sz="2400" dirty="0"/>
              <a:t>through safer route optimization.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015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D1E02FCD-C171-B1E4-6900-B8F4311B4B79}"/>
              </a:ext>
            </a:extLst>
          </p:cNvPr>
          <p:cNvSpPr/>
          <p:nvPr/>
        </p:nvSpPr>
        <p:spPr>
          <a:xfrm>
            <a:off x="2233136" y="191452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u="sng" dirty="0">
                <a:solidFill>
                  <a:srgbClr val="1E276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RESEARCH  AND REFERENCES</a:t>
            </a:r>
            <a:endParaRPr lang="en-US" sz="40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8C29B-F995-5F31-4F84-3BE02189804F}"/>
              </a:ext>
            </a:extLst>
          </p:cNvPr>
          <p:cNvSpPr txBox="1"/>
          <p:nvPr/>
        </p:nvSpPr>
        <p:spPr>
          <a:xfrm>
            <a:off x="756918" y="791229"/>
            <a:ext cx="8539482" cy="907940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IN" sz="2000" b="1" u="sng" dirty="0"/>
          </a:p>
          <a:p>
            <a:r>
              <a:rPr lang="en-IN" sz="2000" b="1" dirty="0"/>
              <a:t>     			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Research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A Prospectus on Generative Artificial Intelligence in Marine Ecosystem Modelling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https://onlinelibrary.wiley.com/doi/full/10.1111/faf.70037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Leveraging artificial intelligence (AI) techniques for sustainable marine resources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https://link.springer.com/article/10.1186/s44315-026-00054-0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Generative artificial intelligence and marine ecological monitoring</a:t>
            </a: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https://www.vliz.be/imisdocs/publications/418950.pdf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 Comprehensive Examination of the Current AI Applications in Ocean Sciences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https://www.frontiersin.org/journals/marine-science/articles/10.3389/fmars.2026.1890995/full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From climate data to regulatory decisions: integrating climate AI into marine EIAs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https://www.frontiersin.org/journals/marine-science/articles/10.3389/fmars.2026.1870082/full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Satellite‐Based Fishing Fleet Tracking: A New Foundation for Global Fisheries Science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https://onlinelibrary.wiley.com/doi/10.1111/faf.70103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Technical References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React Documentation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React Docs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Node.js Documentation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Node.js Docs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Python Documentation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Python Docs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LangGraph Documentation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https://langchain-ai.github.io/langgraph/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LangChain Documentation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https://python.langchain.com/docs/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GeoPandas Documentation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https://geopandas.org/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Leaflet Documentation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4"/>
              </a:rPr>
              <a:t>https://leafletjs.com/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 FastAPI Documentation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5"/>
              </a:rPr>
              <a:t>https://fastapi.tiangolo.com/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INCOIS Ocean Information Services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6"/>
              </a:rPr>
              <a:t>https://incois.gov.in/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MOSDAC Satellite Data Portal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7"/>
              </a:rPr>
              <a:t>https://mosdac.gov.in/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ISRO Bhuvan Geoportal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  <a:hlinkClick r:id="rId18"/>
              </a:rPr>
              <a:t>https://bhuvan.nrsc.gov.in/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b="1" dirty="0"/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3F5E97-ADE1-62D8-755E-319CDB575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982267"/>
              </p:ext>
            </p:extLst>
          </p:nvPr>
        </p:nvGraphicFramePr>
        <p:xfrm>
          <a:off x="9721622" y="2019301"/>
          <a:ext cx="7809459" cy="807738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03153">
                  <a:extLst>
                    <a:ext uri="{9D8B030D-6E8A-4147-A177-3AD203B41FA5}">
                      <a16:colId xmlns:a16="http://schemas.microsoft.com/office/drawing/2014/main" val="4041392766"/>
                    </a:ext>
                  </a:extLst>
                </a:gridCol>
                <a:gridCol w="2603153">
                  <a:extLst>
                    <a:ext uri="{9D8B030D-6E8A-4147-A177-3AD203B41FA5}">
                      <a16:colId xmlns:a16="http://schemas.microsoft.com/office/drawing/2014/main" val="1112954183"/>
                    </a:ext>
                  </a:extLst>
                </a:gridCol>
                <a:gridCol w="2603153">
                  <a:extLst>
                    <a:ext uri="{9D8B030D-6E8A-4147-A177-3AD203B41FA5}">
                      <a16:colId xmlns:a16="http://schemas.microsoft.com/office/drawing/2014/main" val="301331087"/>
                    </a:ext>
                  </a:extLst>
                </a:gridCol>
              </a:tblGrid>
              <a:tr h="639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Current System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Proposed System — ORCA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5107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Data availability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Fragmented portals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Unified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344386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Data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Raw, technical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Simplified, AI-summarized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994522"/>
                  </a:ext>
                </a:extLst>
              </a:tr>
              <a:tr h="91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Dashboards, 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Chat, voice, natural language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7482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Decision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Manual interpretation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AI-driven recommendations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62843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Weather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Separate forecasts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Integrated weather + impact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577175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Ocean/ecology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Isolated datasets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Correlated multi-source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300800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PFZ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Standalone advisories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PFZ + safety + route combined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74254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Experience-based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AI-suggested safe routes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979563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Multiple 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Single interactive GIS map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218992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Static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Multi-agent collaborative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1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FD6640D-1636-D6B1-D43E-C5742E2658ED}"/>
              </a:ext>
            </a:extLst>
          </p:cNvPr>
          <p:cNvSpPr txBox="1"/>
          <p:nvPr/>
        </p:nvSpPr>
        <p:spPr>
          <a:xfrm>
            <a:off x="9601200" y="1393546"/>
            <a:ext cx="4070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COMPARISION TABLE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D3750FFB-BA9F-E8CE-47F3-B8DC07C33CD2}"/>
              </a:ext>
            </a:extLst>
          </p:cNvPr>
          <p:cNvGrpSpPr/>
          <p:nvPr/>
        </p:nvGrpSpPr>
        <p:grpSpPr>
          <a:xfrm>
            <a:off x="15239999" y="2248"/>
            <a:ext cx="2804903" cy="1421223"/>
            <a:chOff x="0" y="0"/>
            <a:chExt cx="4499699" cy="2124672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ACF67082-5F79-0BE1-C31D-083116C853D3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FE93D9DC-F457-A0D6-5A1D-D2DAF39BA18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662" cy="107528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338BF-CAEA-3FE1-805A-25C8C1E4ED78}"/>
              </a:ext>
            </a:extLst>
          </p:cNvPr>
          <p:cNvSpPr txBox="1"/>
          <p:nvPr/>
        </p:nvSpPr>
        <p:spPr>
          <a:xfrm>
            <a:off x="914400" y="9352308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Prototype Link: </a:t>
            </a:r>
            <a:r>
              <a:rPr lang="en-IN" b="1" dirty="0">
                <a:solidFill>
                  <a:srgbClr val="0000FF"/>
                </a:solidFill>
              </a:rPr>
              <a:t>https://orca-frontend-51u4.onrender.com/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2A18D4-2B13-7737-67D0-2E00764360EE}"/>
              </a:ext>
            </a:extLst>
          </p:cNvPr>
          <p:cNvSpPr/>
          <p:nvPr/>
        </p:nvSpPr>
        <p:spPr>
          <a:xfrm>
            <a:off x="914400" y="9352308"/>
            <a:ext cx="6172200" cy="9346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ECC01-71C1-CB1F-E992-5FCC48C71F4B}"/>
              </a:ext>
            </a:extLst>
          </p:cNvPr>
          <p:cNvSpPr txBox="1"/>
          <p:nvPr/>
        </p:nvSpPr>
        <p:spPr>
          <a:xfrm>
            <a:off x="920522" y="9760471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GitHub: </a:t>
            </a:r>
            <a:r>
              <a:rPr lang="en-IN" b="1" dirty="0">
                <a:solidFill>
                  <a:srgbClr val="0000FF"/>
                </a:solidFill>
              </a:rPr>
              <a:t>https://github.com/avinash2005bharti/NEERDRISTHI</a:t>
            </a:r>
          </a:p>
        </p:txBody>
      </p:sp>
    </p:spTree>
    <p:extLst>
      <p:ext uri="{BB962C8B-B14F-4D97-AF65-F5344CB8AC3E}">
        <p14:creationId xmlns:p14="http://schemas.microsoft.com/office/powerpoint/2010/main" val="16391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1264</Words>
  <Application>Microsoft Office PowerPoint</Application>
  <PresentationFormat>Custom</PresentationFormat>
  <Paragraphs>219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Cambria</vt:lpstr>
      <vt:lpstr>Wingdings</vt:lpstr>
      <vt:lpstr>Calibri</vt:lpstr>
      <vt:lpstr>Garamond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Team Name</dc:title>
  <dc:creator>avinash bharti</dc:creator>
  <cp:lastModifiedBy>Avinash Bharti</cp:lastModifiedBy>
  <cp:revision>34</cp:revision>
  <dcterms:created xsi:type="dcterms:W3CDTF">2006-08-16T00:00:00Z</dcterms:created>
  <dcterms:modified xsi:type="dcterms:W3CDTF">2026-09-29T11:31:54Z</dcterms:modified>
  <dc:identifier>DAHUKC-1c3w</dc:identifier>
</cp:coreProperties>
</file>